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howSpecialPlsOnTitleSld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0" d="100"/>
          <a:sy n="110" d="100"/>
        </p:scale>
        <p:origin x="180" y="-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ov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Freeform: Shape 14"/>
          <p:cNvSpPr/>
          <p:nvPr/>
        </p:nvSpPr>
        <p:spPr bwMode="auto">
          <a:xfrm>
            <a:off x="0" y="0"/>
            <a:ext cx="10058399" cy="6858000"/>
          </a:xfrm>
          <a:custGeom>
            <a:avLst/>
            <a:gdLst>
              <a:gd name="connsiteX0" fmla="*/ 8494919 w 10058400"/>
              <a:gd name="connsiteY0" fmla="*/ 0 h 6858000"/>
              <a:gd name="connsiteX1" fmla="*/ 9660112 w 10058400"/>
              <a:gd name="connsiteY1" fmla="*/ 0 h 6858000"/>
              <a:gd name="connsiteX2" fmla="*/ 7355681 w 10058400"/>
              <a:gd name="connsiteY2" fmla="*/ 2424112 h 6858000"/>
              <a:gd name="connsiteX3" fmla="*/ 7362167 w 10058400"/>
              <a:gd name="connsiteY3" fmla="*/ 2410312 h 6858000"/>
              <a:gd name="connsiteX4" fmla="*/ 7338441 w 10058400"/>
              <a:gd name="connsiteY4" fmla="*/ 2435201 h 6858000"/>
              <a:gd name="connsiteX5" fmla="*/ 10058400 w 10058400"/>
              <a:gd name="connsiteY5" fmla="*/ 6041366 h 6858000"/>
              <a:gd name="connsiteX6" fmla="*/ 9573175 w 10058400"/>
              <a:gd name="connsiteY6" fmla="*/ 6858000 h 6858000"/>
              <a:gd name="connsiteX7" fmla="*/ 0 w 10058400"/>
              <a:gd name="connsiteY7" fmla="*/ 6858000 h 6858000"/>
              <a:gd name="connsiteX8" fmla="*/ 0 w 10058400"/>
              <a:gd name="connsiteY8" fmla="*/ 1 h 6858000"/>
              <a:gd name="connsiteX9" fmla="*/ 8494919 w 10058400"/>
              <a:gd name="connsiteY9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58400" h="6858000" fill="norm" stroke="1" extrusionOk="0">
                <a:moveTo>
                  <a:pt x="8494919" y="0"/>
                </a:moveTo>
                <a:lnTo>
                  <a:pt x="9660112" y="0"/>
                </a:lnTo>
                <a:lnTo>
                  <a:pt x="7355681" y="2424112"/>
                </a:lnTo>
                <a:lnTo>
                  <a:pt x="7362167" y="2410312"/>
                </a:lnTo>
                <a:lnTo>
                  <a:pt x="7338441" y="2435201"/>
                </a:lnTo>
                <a:lnTo>
                  <a:pt x="10058400" y="6041366"/>
                </a:lnTo>
                <a:lnTo>
                  <a:pt x="9573175" y="6858000"/>
                </a:lnTo>
                <a:lnTo>
                  <a:pt x="0" y="6858000"/>
                </a:lnTo>
                <a:lnTo>
                  <a:pt x="0" y="1"/>
                </a:lnTo>
                <a:lnTo>
                  <a:pt x="8494919" y="1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0"/>
          </a:gradFill>
          <a:ln w="12700">
            <a:miter lim="400000"/>
          </a:ln>
        </p:spPr>
        <p:txBody>
          <a:bodyPr wrap="square" lIns="38100" tIns="38100" rIns="38100" bIns="38100" anchor="ctr">
            <a:noAutofit/>
          </a:bodyPr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"/>
          <p:cNvSpPr/>
          <p:nvPr/>
        </p:nvSpPr>
        <p:spPr bwMode="auto">
          <a:xfrm>
            <a:off x="1143000" y="0"/>
            <a:ext cx="9611359" cy="68694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69" y="12299"/>
                </a:moveTo>
                <a:cubicBezTo>
                  <a:pt x="21446" y="12299"/>
                  <a:pt x="21426" y="12307"/>
                  <a:pt x="21409" y="12319"/>
                </a:cubicBezTo>
                <a:lnTo>
                  <a:pt x="18546" y="6210"/>
                </a:lnTo>
                <a:cubicBezTo>
                  <a:pt x="18575" y="6174"/>
                  <a:pt x="18595" y="6126"/>
                  <a:pt x="18595" y="6066"/>
                </a:cubicBezTo>
                <a:cubicBezTo>
                  <a:pt x="18595" y="5978"/>
                  <a:pt x="18552" y="5910"/>
                  <a:pt x="18495" y="5886"/>
                </a:cubicBezTo>
                <a:lnTo>
                  <a:pt x="19125" y="72"/>
                </a:lnTo>
                <a:lnTo>
                  <a:pt x="19111" y="68"/>
                </a:lnTo>
                <a:lnTo>
                  <a:pt x="19100" y="56"/>
                </a:lnTo>
                <a:lnTo>
                  <a:pt x="14005" y="7547"/>
                </a:lnTo>
                <a:cubicBezTo>
                  <a:pt x="13985" y="7527"/>
                  <a:pt x="13962" y="7511"/>
                  <a:pt x="13937" y="7511"/>
                </a:cubicBezTo>
                <a:lnTo>
                  <a:pt x="13791" y="40"/>
                </a:lnTo>
                <a:lnTo>
                  <a:pt x="13791" y="0"/>
                </a:lnTo>
                <a:lnTo>
                  <a:pt x="9313" y="4680"/>
                </a:lnTo>
                <a:cubicBezTo>
                  <a:pt x="9290" y="4644"/>
                  <a:pt x="9256" y="4620"/>
                  <a:pt x="9216" y="4620"/>
                </a:cubicBezTo>
                <a:cubicBezTo>
                  <a:pt x="9196" y="4620"/>
                  <a:pt x="9176" y="4628"/>
                  <a:pt x="9159" y="4640"/>
                </a:cubicBezTo>
                <a:lnTo>
                  <a:pt x="7135" y="32"/>
                </a:lnTo>
                <a:lnTo>
                  <a:pt x="7110" y="52"/>
                </a:lnTo>
                <a:lnTo>
                  <a:pt x="9136" y="4660"/>
                </a:lnTo>
                <a:cubicBezTo>
                  <a:pt x="9105" y="4692"/>
                  <a:pt x="9085" y="4748"/>
                  <a:pt x="9085" y="4808"/>
                </a:cubicBezTo>
                <a:cubicBezTo>
                  <a:pt x="9085" y="4816"/>
                  <a:pt x="9085" y="4824"/>
                  <a:pt x="9088" y="4832"/>
                </a:cubicBezTo>
                <a:lnTo>
                  <a:pt x="4995" y="6246"/>
                </a:lnTo>
                <a:cubicBezTo>
                  <a:pt x="4992" y="6150"/>
                  <a:pt x="4935" y="6070"/>
                  <a:pt x="4866" y="6070"/>
                </a:cubicBezTo>
                <a:lnTo>
                  <a:pt x="4504" y="36"/>
                </a:lnTo>
                <a:lnTo>
                  <a:pt x="4475" y="40"/>
                </a:lnTo>
                <a:lnTo>
                  <a:pt x="4838" y="6074"/>
                </a:lnTo>
                <a:cubicBezTo>
                  <a:pt x="4778" y="6090"/>
                  <a:pt x="4729" y="6166"/>
                  <a:pt x="4729" y="6258"/>
                </a:cubicBezTo>
                <a:cubicBezTo>
                  <a:pt x="4729" y="6282"/>
                  <a:pt x="4732" y="6305"/>
                  <a:pt x="4741" y="6329"/>
                </a:cubicBezTo>
                <a:lnTo>
                  <a:pt x="2440" y="6956"/>
                </a:lnTo>
                <a:cubicBezTo>
                  <a:pt x="2429" y="6904"/>
                  <a:pt x="2403" y="6865"/>
                  <a:pt x="2369" y="6841"/>
                </a:cubicBezTo>
                <a:lnTo>
                  <a:pt x="3919" y="40"/>
                </a:lnTo>
                <a:lnTo>
                  <a:pt x="3890" y="28"/>
                </a:lnTo>
                <a:lnTo>
                  <a:pt x="2340" y="6829"/>
                </a:lnTo>
                <a:cubicBezTo>
                  <a:pt x="2332" y="6825"/>
                  <a:pt x="2323" y="6825"/>
                  <a:pt x="2315" y="6825"/>
                </a:cubicBezTo>
                <a:cubicBezTo>
                  <a:pt x="2300" y="6825"/>
                  <a:pt x="2286" y="6829"/>
                  <a:pt x="2272" y="6837"/>
                </a:cubicBezTo>
                <a:lnTo>
                  <a:pt x="26" y="16"/>
                </a:lnTo>
                <a:lnTo>
                  <a:pt x="0" y="32"/>
                </a:lnTo>
                <a:lnTo>
                  <a:pt x="2246" y="6853"/>
                </a:lnTo>
                <a:cubicBezTo>
                  <a:pt x="2206" y="6885"/>
                  <a:pt x="2181" y="6944"/>
                  <a:pt x="2181" y="7012"/>
                </a:cubicBezTo>
                <a:cubicBezTo>
                  <a:pt x="2181" y="7116"/>
                  <a:pt x="2240" y="7196"/>
                  <a:pt x="2312" y="7196"/>
                </a:cubicBezTo>
                <a:cubicBezTo>
                  <a:pt x="2383" y="7196"/>
                  <a:pt x="2443" y="7112"/>
                  <a:pt x="2443" y="7012"/>
                </a:cubicBezTo>
                <a:cubicBezTo>
                  <a:pt x="2443" y="7008"/>
                  <a:pt x="2443" y="7000"/>
                  <a:pt x="2443" y="6996"/>
                </a:cubicBezTo>
                <a:lnTo>
                  <a:pt x="4752" y="6361"/>
                </a:lnTo>
                <a:cubicBezTo>
                  <a:pt x="4775" y="6409"/>
                  <a:pt x="4815" y="6437"/>
                  <a:pt x="4861" y="6437"/>
                </a:cubicBezTo>
                <a:cubicBezTo>
                  <a:pt x="4872" y="6437"/>
                  <a:pt x="4883" y="6433"/>
                  <a:pt x="4892" y="6429"/>
                </a:cubicBezTo>
                <a:lnTo>
                  <a:pt x="7178" y="12655"/>
                </a:lnTo>
                <a:cubicBezTo>
                  <a:pt x="7144" y="12687"/>
                  <a:pt x="7124" y="12743"/>
                  <a:pt x="7124" y="12803"/>
                </a:cubicBezTo>
                <a:cubicBezTo>
                  <a:pt x="7124" y="12906"/>
                  <a:pt x="7184" y="12986"/>
                  <a:pt x="7255" y="12986"/>
                </a:cubicBezTo>
                <a:cubicBezTo>
                  <a:pt x="7329" y="12986"/>
                  <a:pt x="7386" y="12902"/>
                  <a:pt x="7386" y="12803"/>
                </a:cubicBezTo>
                <a:lnTo>
                  <a:pt x="11003" y="12311"/>
                </a:lnTo>
                <a:cubicBezTo>
                  <a:pt x="11008" y="12403"/>
                  <a:pt x="11065" y="12479"/>
                  <a:pt x="11134" y="12479"/>
                </a:cubicBezTo>
                <a:cubicBezTo>
                  <a:pt x="11145" y="12479"/>
                  <a:pt x="11157" y="12475"/>
                  <a:pt x="11165" y="12475"/>
                </a:cubicBezTo>
                <a:lnTo>
                  <a:pt x="13303" y="21588"/>
                </a:lnTo>
                <a:lnTo>
                  <a:pt x="13332" y="21576"/>
                </a:lnTo>
                <a:lnTo>
                  <a:pt x="11197" y="12463"/>
                </a:lnTo>
                <a:cubicBezTo>
                  <a:pt x="11220" y="12447"/>
                  <a:pt x="11240" y="12419"/>
                  <a:pt x="11254" y="12387"/>
                </a:cubicBezTo>
                <a:lnTo>
                  <a:pt x="19908" y="18944"/>
                </a:lnTo>
                <a:cubicBezTo>
                  <a:pt x="19905" y="18960"/>
                  <a:pt x="19902" y="18980"/>
                  <a:pt x="19902" y="19000"/>
                </a:cubicBezTo>
                <a:cubicBezTo>
                  <a:pt x="19902" y="19032"/>
                  <a:pt x="19908" y="19060"/>
                  <a:pt x="19919" y="19088"/>
                </a:cubicBezTo>
                <a:lnTo>
                  <a:pt x="16742" y="21564"/>
                </a:lnTo>
                <a:lnTo>
                  <a:pt x="16757" y="21600"/>
                </a:lnTo>
                <a:lnTo>
                  <a:pt x="19933" y="19120"/>
                </a:lnTo>
                <a:cubicBezTo>
                  <a:pt x="19942" y="19132"/>
                  <a:pt x="19950" y="19144"/>
                  <a:pt x="19959" y="19156"/>
                </a:cubicBezTo>
                <a:lnTo>
                  <a:pt x="18931" y="21572"/>
                </a:lnTo>
                <a:lnTo>
                  <a:pt x="18957" y="21592"/>
                </a:lnTo>
                <a:lnTo>
                  <a:pt x="19985" y="19172"/>
                </a:lnTo>
                <a:cubicBezTo>
                  <a:pt x="19999" y="19180"/>
                  <a:pt x="20016" y="19184"/>
                  <a:pt x="20033" y="19184"/>
                </a:cubicBezTo>
                <a:lnTo>
                  <a:pt x="20033" y="19184"/>
                </a:lnTo>
                <a:lnTo>
                  <a:pt x="20047" y="19188"/>
                </a:lnTo>
                <a:lnTo>
                  <a:pt x="20050" y="19180"/>
                </a:lnTo>
                <a:cubicBezTo>
                  <a:pt x="20116" y="19168"/>
                  <a:pt x="20167" y="19092"/>
                  <a:pt x="20167" y="18996"/>
                </a:cubicBezTo>
                <a:cubicBezTo>
                  <a:pt x="20167" y="18940"/>
                  <a:pt x="20147" y="18889"/>
                  <a:pt x="20119" y="18857"/>
                </a:cubicBezTo>
                <a:lnTo>
                  <a:pt x="21446" y="12663"/>
                </a:lnTo>
                <a:cubicBezTo>
                  <a:pt x="21454" y="12667"/>
                  <a:pt x="21463" y="12667"/>
                  <a:pt x="21469" y="12667"/>
                </a:cubicBezTo>
                <a:cubicBezTo>
                  <a:pt x="21543" y="12667"/>
                  <a:pt x="21600" y="12583"/>
                  <a:pt x="21600" y="12483"/>
                </a:cubicBezTo>
                <a:cubicBezTo>
                  <a:pt x="21600" y="12383"/>
                  <a:pt x="21540" y="12299"/>
                  <a:pt x="21469" y="12299"/>
                </a:cubicBezTo>
                <a:close/>
                <a:moveTo>
                  <a:pt x="21383" y="12339"/>
                </a:moveTo>
                <a:cubicBezTo>
                  <a:pt x="21372" y="12351"/>
                  <a:pt x="21360" y="12367"/>
                  <a:pt x="21355" y="12387"/>
                </a:cubicBezTo>
                <a:lnTo>
                  <a:pt x="14048" y="7751"/>
                </a:lnTo>
                <a:cubicBezTo>
                  <a:pt x="14054" y="7731"/>
                  <a:pt x="14057" y="7715"/>
                  <a:pt x="14057" y="7695"/>
                </a:cubicBezTo>
                <a:cubicBezTo>
                  <a:pt x="14057" y="7687"/>
                  <a:pt x="14057" y="7679"/>
                  <a:pt x="14054" y="7667"/>
                </a:cubicBezTo>
                <a:lnTo>
                  <a:pt x="18338" y="6130"/>
                </a:lnTo>
                <a:cubicBezTo>
                  <a:pt x="18358" y="6202"/>
                  <a:pt x="18403" y="6250"/>
                  <a:pt x="18460" y="6250"/>
                </a:cubicBezTo>
                <a:cubicBezTo>
                  <a:pt x="18483" y="6250"/>
                  <a:pt x="18503" y="6242"/>
                  <a:pt x="18520" y="6230"/>
                </a:cubicBezTo>
                <a:lnTo>
                  <a:pt x="21383" y="12339"/>
                </a:lnTo>
                <a:close/>
                <a:moveTo>
                  <a:pt x="11137" y="12112"/>
                </a:moveTo>
                <a:cubicBezTo>
                  <a:pt x="11068" y="12112"/>
                  <a:pt x="11014" y="12184"/>
                  <a:pt x="11005" y="12276"/>
                </a:cubicBezTo>
                <a:lnTo>
                  <a:pt x="7386" y="12767"/>
                </a:lnTo>
                <a:cubicBezTo>
                  <a:pt x="7378" y="12707"/>
                  <a:pt x="7347" y="12655"/>
                  <a:pt x="7307" y="12635"/>
                </a:cubicBezTo>
                <a:lnTo>
                  <a:pt x="9187" y="4988"/>
                </a:lnTo>
                <a:cubicBezTo>
                  <a:pt x="9196" y="4992"/>
                  <a:pt x="9207" y="4992"/>
                  <a:pt x="9216" y="4992"/>
                </a:cubicBezTo>
                <a:cubicBezTo>
                  <a:pt x="9264" y="4992"/>
                  <a:pt x="9307" y="4956"/>
                  <a:pt x="9330" y="4900"/>
                </a:cubicBezTo>
                <a:lnTo>
                  <a:pt x="13797" y="7639"/>
                </a:lnTo>
                <a:cubicBezTo>
                  <a:pt x="13794" y="7655"/>
                  <a:pt x="13791" y="7675"/>
                  <a:pt x="13791" y="7695"/>
                </a:cubicBezTo>
                <a:cubicBezTo>
                  <a:pt x="13791" y="7743"/>
                  <a:pt x="13805" y="7791"/>
                  <a:pt x="13828" y="7823"/>
                </a:cubicBezTo>
                <a:lnTo>
                  <a:pt x="11205" y="12140"/>
                </a:lnTo>
                <a:cubicBezTo>
                  <a:pt x="11182" y="12124"/>
                  <a:pt x="11162" y="12112"/>
                  <a:pt x="11137" y="12112"/>
                </a:cubicBezTo>
                <a:close/>
                <a:moveTo>
                  <a:pt x="18460" y="5878"/>
                </a:moveTo>
                <a:cubicBezTo>
                  <a:pt x="18386" y="5878"/>
                  <a:pt x="18329" y="5962"/>
                  <a:pt x="18329" y="6062"/>
                </a:cubicBezTo>
                <a:cubicBezTo>
                  <a:pt x="18329" y="6070"/>
                  <a:pt x="18329" y="6078"/>
                  <a:pt x="18332" y="6090"/>
                </a:cubicBezTo>
                <a:lnTo>
                  <a:pt x="14048" y="7627"/>
                </a:lnTo>
                <a:cubicBezTo>
                  <a:pt x="14042" y="7607"/>
                  <a:pt x="14034" y="7587"/>
                  <a:pt x="14025" y="7571"/>
                </a:cubicBezTo>
                <a:lnTo>
                  <a:pt x="19091" y="128"/>
                </a:lnTo>
                <a:lnTo>
                  <a:pt x="18466" y="5878"/>
                </a:lnTo>
                <a:cubicBezTo>
                  <a:pt x="18466" y="5878"/>
                  <a:pt x="18463" y="5878"/>
                  <a:pt x="18460" y="5878"/>
                </a:cubicBezTo>
                <a:close/>
                <a:moveTo>
                  <a:pt x="13763" y="80"/>
                </a:moveTo>
                <a:lnTo>
                  <a:pt x="13905" y="7511"/>
                </a:lnTo>
                <a:cubicBezTo>
                  <a:pt x="13862" y="7519"/>
                  <a:pt x="13828" y="7555"/>
                  <a:pt x="13808" y="7603"/>
                </a:cubicBezTo>
                <a:lnTo>
                  <a:pt x="9342" y="4864"/>
                </a:lnTo>
                <a:cubicBezTo>
                  <a:pt x="9344" y="4848"/>
                  <a:pt x="9347" y="4828"/>
                  <a:pt x="9347" y="4808"/>
                </a:cubicBezTo>
                <a:cubicBezTo>
                  <a:pt x="9347" y="4772"/>
                  <a:pt x="9339" y="4740"/>
                  <a:pt x="9327" y="4712"/>
                </a:cubicBezTo>
                <a:lnTo>
                  <a:pt x="13763" y="80"/>
                </a:lnTo>
                <a:close/>
                <a:moveTo>
                  <a:pt x="4921" y="6413"/>
                </a:moveTo>
                <a:cubicBezTo>
                  <a:pt x="4958" y="6389"/>
                  <a:pt x="4983" y="6341"/>
                  <a:pt x="4992" y="6282"/>
                </a:cubicBezTo>
                <a:lnTo>
                  <a:pt x="9093" y="4868"/>
                </a:lnTo>
                <a:cubicBezTo>
                  <a:pt x="9105" y="4916"/>
                  <a:pt x="9130" y="4952"/>
                  <a:pt x="9162" y="4972"/>
                </a:cubicBezTo>
                <a:lnTo>
                  <a:pt x="7281" y="12623"/>
                </a:lnTo>
                <a:cubicBezTo>
                  <a:pt x="7272" y="12623"/>
                  <a:pt x="7267" y="12619"/>
                  <a:pt x="7258" y="12619"/>
                </a:cubicBezTo>
                <a:cubicBezTo>
                  <a:pt x="7238" y="12619"/>
                  <a:pt x="7221" y="12623"/>
                  <a:pt x="7204" y="12635"/>
                </a:cubicBezTo>
                <a:lnTo>
                  <a:pt x="4921" y="6413"/>
                </a:lnTo>
                <a:close/>
                <a:moveTo>
                  <a:pt x="11262" y="12351"/>
                </a:moveTo>
                <a:cubicBezTo>
                  <a:pt x="11265" y="12335"/>
                  <a:pt x="11268" y="12315"/>
                  <a:pt x="11268" y="12299"/>
                </a:cubicBezTo>
                <a:cubicBezTo>
                  <a:pt x="11268" y="12244"/>
                  <a:pt x="11251" y="12196"/>
                  <a:pt x="11225" y="12164"/>
                </a:cubicBezTo>
                <a:lnTo>
                  <a:pt x="13848" y="7851"/>
                </a:lnTo>
                <a:cubicBezTo>
                  <a:pt x="13868" y="7871"/>
                  <a:pt x="13894" y="7883"/>
                  <a:pt x="13922" y="7883"/>
                </a:cubicBezTo>
                <a:cubicBezTo>
                  <a:pt x="13948" y="7883"/>
                  <a:pt x="13971" y="7871"/>
                  <a:pt x="13991" y="7855"/>
                </a:cubicBezTo>
                <a:lnTo>
                  <a:pt x="19936" y="18877"/>
                </a:lnTo>
                <a:cubicBezTo>
                  <a:pt x="19927" y="18889"/>
                  <a:pt x="19922" y="18900"/>
                  <a:pt x="19919" y="18912"/>
                </a:cubicBezTo>
                <a:lnTo>
                  <a:pt x="11262" y="12351"/>
                </a:lnTo>
                <a:close/>
                <a:moveTo>
                  <a:pt x="20093" y="18837"/>
                </a:moveTo>
                <a:cubicBezTo>
                  <a:pt x="20076" y="18825"/>
                  <a:pt x="20056" y="18817"/>
                  <a:pt x="20033" y="18817"/>
                </a:cubicBezTo>
                <a:cubicBezTo>
                  <a:pt x="20005" y="18817"/>
                  <a:pt x="19979" y="18829"/>
                  <a:pt x="19959" y="18849"/>
                </a:cubicBezTo>
                <a:lnTo>
                  <a:pt x="14014" y="7831"/>
                </a:lnTo>
                <a:cubicBezTo>
                  <a:pt x="14022" y="7819"/>
                  <a:pt x="14031" y="7807"/>
                  <a:pt x="14037" y="7791"/>
                </a:cubicBezTo>
                <a:lnTo>
                  <a:pt x="21343" y="12427"/>
                </a:lnTo>
                <a:cubicBezTo>
                  <a:pt x="21337" y="12447"/>
                  <a:pt x="21335" y="12463"/>
                  <a:pt x="21335" y="12483"/>
                </a:cubicBezTo>
                <a:cubicBezTo>
                  <a:pt x="21335" y="12559"/>
                  <a:pt x="21369" y="12627"/>
                  <a:pt x="21414" y="12655"/>
                </a:cubicBezTo>
                <a:lnTo>
                  <a:pt x="20093" y="1883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 bwMode="auto">
          <a:xfrm>
            <a:off x="838199" y="4345832"/>
            <a:ext cx="5473389" cy="1537679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20" name="Subtitle 2"/>
          <p:cNvSpPr>
            <a:spLocks noGrp="1"/>
          </p:cNvSpPr>
          <p:nvPr userDrawn="1">
            <p:ph type="subTitle" idx="1"/>
          </p:nvPr>
        </p:nvSpPr>
        <p:spPr bwMode="auto">
          <a:xfrm>
            <a:off x="838199" y="6020037"/>
            <a:ext cx="5473389" cy="520686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s-ES"/>
              <a:t>Haga clic para modificar el estilo de subtítulo del patrón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Title and Content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 bwMode="auto">
          <a:xfrm>
            <a:off x="8899063" y="-32657"/>
            <a:ext cx="3314707" cy="3865879"/>
            <a:chOff x="26934885" y="2924627"/>
            <a:chExt cx="3314707" cy="3865879"/>
          </a:xfrm>
        </p:grpSpPr>
        <p:sp>
          <p:nvSpPr>
            <p:cNvPr id="11" name="Shape"/>
            <p:cNvSpPr/>
            <p:nvPr/>
          </p:nvSpPr>
          <p:spPr bwMode="auto">
            <a:xfrm>
              <a:off x="26936699" y="2959098"/>
              <a:ext cx="3291840" cy="24853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6033" y="9525"/>
                  </a:lnTo>
                  <a:lnTo>
                    <a:pt x="13358" y="7583"/>
                  </a:lnTo>
                  <a:lnTo>
                    <a:pt x="21600" y="21600"/>
                  </a:lnTo>
                  <a:lnTo>
                    <a:pt x="2160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" name="Shape"/>
            <p:cNvSpPr/>
            <p:nvPr/>
          </p:nvSpPr>
          <p:spPr bwMode="auto">
            <a:xfrm>
              <a:off x="26934885" y="2924627"/>
              <a:ext cx="3314707" cy="3865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2430" y="11304"/>
                  </a:moveTo>
                  <a:lnTo>
                    <a:pt x="21600" y="14064"/>
                  </a:lnTo>
                  <a:lnTo>
                    <a:pt x="13498" y="5145"/>
                  </a:lnTo>
                  <a:cubicBezTo>
                    <a:pt x="13531" y="5102"/>
                    <a:pt x="13548" y="5045"/>
                    <a:pt x="13556" y="4988"/>
                  </a:cubicBezTo>
                  <a:lnTo>
                    <a:pt x="21484" y="4329"/>
                  </a:lnTo>
                  <a:lnTo>
                    <a:pt x="21476" y="4258"/>
                  </a:lnTo>
                  <a:lnTo>
                    <a:pt x="13548" y="4917"/>
                  </a:lnTo>
                  <a:cubicBezTo>
                    <a:pt x="13531" y="4839"/>
                    <a:pt x="13481" y="4768"/>
                    <a:pt x="13415" y="4726"/>
                  </a:cubicBezTo>
                  <a:lnTo>
                    <a:pt x="14905" y="43"/>
                  </a:lnTo>
                  <a:lnTo>
                    <a:pt x="14822" y="21"/>
                  </a:lnTo>
                  <a:lnTo>
                    <a:pt x="13332" y="4683"/>
                  </a:lnTo>
                  <a:cubicBezTo>
                    <a:pt x="13283" y="4662"/>
                    <a:pt x="13225" y="4648"/>
                    <a:pt x="13159" y="4648"/>
                  </a:cubicBezTo>
                  <a:cubicBezTo>
                    <a:pt x="13059" y="4648"/>
                    <a:pt x="12968" y="4683"/>
                    <a:pt x="12902" y="4733"/>
                  </a:cubicBezTo>
                  <a:lnTo>
                    <a:pt x="3964" y="0"/>
                  </a:lnTo>
                  <a:lnTo>
                    <a:pt x="3923" y="64"/>
                  </a:lnTo>
                  <a:lnTo>
                    <a:pt x="12852" y="4790"/>
                  </a:lnTo>
                  <a:cubicBezTo>
                    <a:pt x="12811" y="4847"/>
                    <a:pt x="12786" y="4910"/>
                    <a:pt x="12786" y="4981"/>
                  </a:cubicBezTo>
                  <a:cubicBezTo>
                    <a:pt x="12786" y="4996"/>
                    <a:pt x="12786" y="5017"/>
                    <a:pt x="12794" y="5031"/>
                  </a:cubicBezTo>
                  <a:lnTo>
                    <a:pt x="6290" y="6145"/>
                  </a:lnTo>
                  <a:cubicBezTo>
                    <a:pt x="6223" y="6046"/>
                    <a:pt x="6099" y="5982"/>
                    <a:pt x="5959" y="5982"/>
                  </a:cubicBezTo>
                  <a:cubicBezTo>
                    <a:pt x="5917" y="5982"/>
                    <a:pt x="5884" y="5989"/>
                    <a:pt x="5843" y="5996"/>
                  </a:cubicBezTo>
                  <a:lnTo>
                    <a:pt x="66" y="85"/>
                  </a:lnTo>
                  <a:lnTo>
                    <a:pt x="0" y="128"/>
                  </a:lnTo>
                  <a:lnTo>
                    <a:pt x="5760" y="6024"/>
                  </a:lnTo>
                  <a:cubicBezTo>
                    <a:pt x="5644" y="6081"/>
                    <a:pt x="5570" y="6188"/>
                    <a:pt x="5570" y="6308"/>
                  </a:cubicBezTo>
                  <a:cubicBezTo>
                    <a:pt x="5570" y="6493"/>
                    <a:pt x="5743" y="6635"/>
                    <a:pt x="5950" y="6635"/>
                  </a:cubicBezTo>
                  <a:cubicBezTo>
                    <a:pt x="6157" y="6635"/>
                    <a:pt x="6331" y="6486"/>
                    <a:pt x="6331" y="6308"/>
                  </a:cubicBezTo>
                  <a:cubicBezTo>
                    <a:pt x="6331" y="6273"/>
                    <a:pt x="6323" y="6244"/>
                    <a:pt x="6314" y="6209"/>
                  </a:cubicBezTo>
                  <a:lnTo>
                    <a:pt x="12811" y="5095"/>
                  </a:lnTo>
                  <a:cubicBezTo>
                    <a:pt x="12869" y="5216"/>
                    <a:pt x="13001" y="5308"/>
                    <a:pt x="13167" y="5308"/>
                  </a:cubicBezTo>
                  <a:cubicBezTo>
                    <a:pt x="13175" y="5308"/>
                    <a:pt x="13175" y="5308"/>
                    <a:pt x="13183" y="5308"/>
                  </a:cubicBezTo>
                  <a:lnTo>
                    <a:pt x="12099" y="10835"/>
                  </a:lnTo>
                  <a:cubicBezTo>
                    <a:pt x="12091" y="10835"/>
                    <a:pt x="12083" y="10835"/>
                    <a:pt x="12074" y="10835"/>
                  </a:cubicBezTo>
                  <a:cubicBezTo>
                    <a:pt x="11859" y="10835"/>
                    <a:pt x="11694" y="10984"/>
                    <a:pt x="11694" y="11162"/>
                  </a:cubicBezTo>
                  <a:cubicBezTo>
                    <a:pt x="11694" y="11339"/>
                    <a:pt x="11868" y="11488"/>
                    <a:pt x="12074" y="11488"/>
                  </a:cubicBezTo>
                  <a:cubicBezTo>
                    <a:pt x="12149" y="11488"/>
                    <a:pt x="12215" y="11467"/>
                    <a:pt x="12273" y="11439"/>
                  </a:cubicBezTo>
                  <a:lnTo>
                    <a:pt x="21443" y="21600"/>
                  </a:lnTo>
                  <a:lnTo>
                    <a:pt x="21509" y="21557"/>
                  </a:lnTo>
                  <a:lnTo>
                    <a:pt x="12348" y="11396"/>
                  </a:lnTo>
                  <a:cubicBezTo>
                    <a:pt x="12389" y="11375"/>
                    <a:pt x="12414" y="11339"/>
                    <a:pt x="12430" y="11304"/>
                  </a:cubicBezTo>
                  <a:close/>
                  <a:moveTo>
                    <a:pt x="13283" y="5294"/>
                  </a:moveTo>
                  <a:cubicBezTo>
                    <a:pt x="13349" y="5279"/>
                    <a:pt x="13407" y="5244"/>
                    <a:pt x="13457" y="5208"/>
                  </a:cubicBezTo>
                  <a:lnTo>
                    <a:pt x="21368" y="13922"/>
                  </a:lnTo>
                  <a:lnTo>
                    <a:pt x="12463" y="11240"/>
                  </a:lnTo>
                  <a:cubicBezTo>
                    <a:pt x="12472" y="11219"/>
                    <a:pt x="12472" y="11190"/>
                    <a:pt x="12472" y="11162"/>
                  </a:cubicBezTo>
                  <a:cubicBezTo>
                    <a:pt x="12472" y="11013"/>
                    <a:pt x="12356" y="10885"/>
                    <a:pt x="12190" y="10850"/>
                  </a:cubicBezTo>
                  <a:lnTo>
                    <a:pt x="13283" y="52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 bwMode="auto">
          <a:xfrm>
            <a:off x="838199" y="1825624"/>
            <a:ext cx="10515600" cy="4351338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9" y="6356349"/>
            <a:ext cx="2743200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356349"/>
            <a:ext cx="4114800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Title and Content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 bwMode="auto">
          <a:xfrm>
            <a:off x="0" y="4132300"/>
            <a:ext cx="4939196" cy="2736849"/>
            <a:chOff x="34785298" y="7099299"/>
            <a:chExt cx="4939196" cy="2736849"/>
          </a:xfrm>
        </p:grpSpPr>
        <p:sp>
          <p:nvSpPr>
            <p:cNvPr id="11" name="Shape"/>
            <p:cNvSpPr/>
            <p:nvPr/>
          </p:nvSpPr>
          <p:spPr bwMode="auto">
            <a:xfrm>
              <a:off x="34785299" y="7340599"/>
              <a:ext cx="4196082" cy="24866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5374" y="10568"/>
                  </a:lnTo>
                  <a:lnTo>
                    <a:pt x="15337" y="7766"/>
                  </a:ln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3" name="Shape"/>
            <p:cNvSpPr/>
            <p:nvPr/>
          </p:nvSpPr>
          <p:spPr bwMode="auto">
            <a:xfrm>
              <a:off x="34785298" y="7099299"/>
              <a:ext cx="4939196" cy="27368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0" h="21600" fill="norm" stroke="1" extrusionOk="0">
                  <a:moveTo>
                    <a:pt x="21345" y="16398"/>
                  </a:moveTo>
                  <a:cubicBezTo>
                    <a:pt x="21256" y="16398"/>
                    <a:pt x="21178" y="16478"/>
                    <a:pt x="21134" y="16598"/>
                  </a:cubicBezTo>
                  <a:lnTo>
                    <a:pt x="13295" y="9071"/>
                  </a:lnTo>
                  <a:cubicBezTo>
                    <a:pt x="13306" y="9021"/>
                    <a:pt x="13312" y="8961"/>
                    <a:pt x="13312" y="8901"/>
                  </a:cubicBezTo>
                  <a:cubicBezTo>
                    <a:pt x="13312" y="8640"/>
                    <a:pt x="13195" y="8440"/>
                    <a:pt x="13057" y="8440"/>
                  </a:cubicBezTo>
                  <a:cubicBezTo>
                    <a:pt x="12918" y="8440"/>
                    <a:pt x="12801" y="8650"/>
                    <a:pt x="12801" y="8901"/>
                  </a:cubicBezTo>
                  <a:cubicBezTo>
                    <a:pt x="12801" y="8911"/>
                    <a:pt x="12801" y="8921"/>
                    <a:pt x="12801" y="8921"/>
                  </a:cubicBezTo>
                  <a:lnTo>
                    <a:pt x="4846" y="11246"/>
                  </a:lnTo>
                  <a:cubicBezTo>
                    <a:pt x="4819" y="11066"/>
                    <a:pt x="4735" y="10925"/>
                    <a:pt x="4624" y="10905"/>
                  </a:cubicBezTo>
                  <a:lnTo>
                    <a:pt x="4624" y="4029"/>
                  </a:lnTo>
                  <a:cubicBezTo>
                    <a:pt x="4752" y="3999"/>
                    <a:pt x="4852" y="3809"/>
                    <a:pt x="4852" y="3568"/>
                  </a:cubicBezTo>
                  <a:cubicBezTo>
                    <a:pt x="4852" y="3308"/>
                    <a:pt x="4735" y="3107"/>
                    <a:pt x="4596" y="3107"/>
                  </a:cubicBezTo>
                  <a:cubicBezTo>
                    <a:pt x="4485" y="3107"/>
                    <a:pt x="4397" y="3227"/>
                    <a:pt x="4358" y="3398"/>
                  </a:cubicBezTo>
                  <a:lnTo>
                    <a:pt x="39" y="0"/>
                  </a:lnTo>
                  <a:lnTo>
                    <a:pt x="17" y="90"/>
                  </a:lnTo>
                  <a:lnTo>
                    <a:pt x="4341" y="3498"/>
                  </a:lnTo>
                  <a:cubicBezTo>
                    <a:pt x="4341" y="3518"/>
                    <a:pt x="4336" y="3548"/>
                    <a:pt x="4336" y="3568"/>
                  </a:cubicBezTo>
                  <a:cubicBezTo>
                    <a:pt x="4336" y="3809"/>
                    <a:pt x="4435" y="3999"/>
                    <a:pt x="4563" y="4029"/>
                  </a:cubicBezTo>
                  <a:lnTo>
                    <a:pt x="4563" y="10905"/>
                  </a:lnTo>
                  <a:cubicBezTo>
                    <a:pt x="4519" y="10915"/>
                    <a:pt x="4480" y="10935"/>
                    <a:pt x="4447" y="10985"/>
                  </a:cubicBezTo>
                  <a:lnTo>
                    <a:pt x="44" y="1784"/>
                  </a:lnTo>
                  <a:lnTo>
                    <a:pt x="0" y="1854"/>
                  </a:lnTo>
                  <a:lnTo>
                    <a:pt x="4402" y="11056"/>
                  </a:lnTo>
                  <a:cubicBezTo>
                    <a:pt x="4358" y="11136"/>
                    <a:pt x="4330" y="11246"/>
                    <a:pt x="4330" y="11376"/>
                  </a:cubicBezTo>
                  <a:cubicBezTo>
                    <a:pt x="4330" y="11386"/>
                    <a:pt x="4330" y="11396"/>
                    <a:pt x="4330" y="11396"/>
                  </a:cubicBezTo>
                  <a:lnTo>
                    <a:pt x="17" y="12639"/>
                  </a:lnTo>
                  <a:lnTo>
                    <a:pt x="28" y="12739"/>
                  </a:lnTo>
                  <a:lnTo>
                    <a:pt x="4341" y="11497"/>
                  </a:lnTo>
                  <a:cubicBezTo>
                    <a:pt x="4358" y="11617"/>
                    <a:pt x="4402" y="11717"/>
                    <a:pt x="4463" y="11777"/>
                  </a:cubicBezTo>
                  <a:lnTo>
                    <a:pt x="2215" y="21400"/>
                  </a:lnTo>
                  <a:lnTo>
                    <a:pt x="2265" y="21440"/>
                  </a:lnTo>
                  <a:lnTo>
                    <a:pt x="4513" y="11817"/>
                  </a:lnTo>
                  <a:cubicBezTo>
                    <a:pt x="4535" y="11827"/>
                    <a:pt x="4563" y="11837"/>
                    <a:pt x="4585" y="11837"/>
                  </a:cubicBezTo>
                  <a:cubicBezTo>
                    <a:pt x="4663" y="11837"/>
                    <a:pt x="4730" y="11777"/>
                    <a:pt x="4780" y="11677"/>
                  </a:cubicBezTo>
                  <a:lnTo>
                    <a:pt x="8410" y="16238"/>
                  </a:lnTo>
                  <a:cubicBezTo>
                    <a:pt x="8399" y="16288"/>
                    <a:pt x="8393" y="16338"/>
                    <a:pt x="8393" y="16398"/>
                  </a:cubicBezTo>
                  <a:cubicBezTo>
                    <a:pt x="8393" y="16458"/>
                    <a:pt x="8399" y="16518"/>
                    <a:pt x="8410" y="16568"/>
                  </a:cubicBezTo>
                  <a:lnTo>
                    <a:pt x="4824" y="21379"/>
                  </a:lnTo>
                  <a:lnTo>
                    <a:pt x="4857" y="21460"/>
                  </a:lnTo>
                  <a:lnTo>
                    <a:pt x="8438" y="16659"/>
                  </a:lnTo>
                  <a:cubicBezTo>
                    <a:pt x="8482" y="16779"/>
                    <a:pt x="8560" y="16869"/>
                    <a:pt x="8654" y="16869"/>
                  </a:cubicBezTo>
                  <a:cubicBezTo>
                    <a:pt x="8654" y="16869"/>
                    <a:pt x="8660" y="16869"/>
                    <a:pt x="8660" y="16869"/>
                  </a:cubicBezTo>
                  <a:lnTo>
                    <a:pt x="9704" y="21600"/>
                  </a:lnTo>
                  <a:lnTo>
                    <a:pt x="9754" y="21560"/>
                  </a:lnTo>
                  <a:lnTo>
                    <a:pt x="8715" y="16849"/>
                  </a:lnTo>
                  <a:cubicBezTo>
                    <a:pt x="8826" y="16799"/>
                    <a:pt x="8910" y="16618"/>
                    <a:pt x="8910" y="16398"/>
                  </a:cubicBezTo>
                  <a:cubicBezTo>
                    <a:pt x="8910" y="16268"/>
                    <a:pt x="8876" y="16147"/>
                    <a:pt x="8826" y="16057"/>
                  </a:cubicBezTo>
                  <a:lnTo>
                    <a:pt x="12873" y="9251"/>
                  </a:lnTo>
                  <a:cubicBezTo>
                    <a:pt x="12918" y="9322"/>
                    <a:pt x="12979" y="9362"/>
                    <a:pt x="13040" y="9362"/>
                  </a:cubicBezTo>
                  <a:cubicBezTo>
                    <a:pt x="13045" y="9362"/>
                    <a:pt x="13051" y="9362"/>
                    <a:pt x="13051" y="9362"/>
                  </a:cubicBezTo>
                  <a:lnTo>
                    <a:pt x="14128" y="21420"/>
                  </a:lnTo>
                  <a:lnTo>
                    <a:pt x="14183" y="21400"/>
                  </a:lnTo>
                  <a:lnTo>
                    <a:pt x="13107" y="9342"/>
                  </a:lnTo>
                  <a:cubicBezTo>
                    <a:pt x="13129" y="9332"/>
                    <a:pt x="13151" y="9312"/>
                    <a:pt x="13173" y="9291"/>
                  </a:cubicBezTo>
                  <a:lnTo>
                    <a:pt x="18336" y="21470"/>
                  </a:lnTo>
                  <a:lnTo>
                    <a:pt x="18380" y="21410"/>
                  </a:lnTo>
                  <a:lnTo>
                    <a:pt x="13218" y="9231"/>
                  </a:lnTo>
                  <a:cubicBezTo>
                    <a:pt x="13229" y="9211"/>
                    <a:pt x="13245" y="9181"/>
                    <a:pt x="13251" y="9161"/>
                  </a:cubicBezTo>
                  <a:lnTo>
                    <a:pt x="21089" y="16689"/>
                  </a:lnTo>
                  <a:cubicBezTo>
                    <a:pt x="21078" y="16739"/>
                    <a:pt x="21073" y="16799"/>
                    <a:pt x="21073" y="16859"/>
                  </a:cubicBezTo>
                  <a:cubicBezTo>
                    <a:pt x="21073" y="16989"/>
                    <a:pt x="21106" y="17110"/>
                    <a:pt x="21156" y="17200"/>
                  </a:cubicBezTo>
                  <a:lnTo>
                    <a:pt x="19413" y="21390"/>
                  </a:lnTo>
                  <a:lnTo>
                    <a:pt x="19457" y="21450"/>
                  </a:lnTo>
                  <a:lnTo>
                    <a:pt x="21200" y="17260"/>
                  </a:lnTo>
                  <a:cubicBezTo>
                    <a:pt x="21239" y="17300"/>
                    <a:pt x="21284" y="17330"/>
                    <a:pt x="21333" y="17330"/>
                  </a:cubicBezTo>
                  <a:cubicBezTo>
                    <a:pt x="21478" y="17330"/>
                    <a:pt x="21589" y="17120"/>
                    <a:pt x="21589" y="16869"/>
                  </a:cubicBezTo>
                  <a:cubicBezTo>
                    <a:pt x="21600" y="16608"/>
                    <a:pt x="21483" y="16398"/>
                    <a:pt x="21345" y="16398"/>
                  </a:cubicBezTo>
                  <a:close/>
                  <a:moveTo>
                    <a:pt x="8660" y="15937"/>
                  </a:moveTo>
                  <a:cubicBezTo>
                    <a:pt x="8571" y="15937"/>
                    <a:pt x="8488" y="16027"/>
                    <a:pt x="8444" y="16157"/>
                  </a:cubicBezTo>
                  <a:lnTo>
                    <a:pt x="4819" y="11607"/>
                  </a:lnTo>
                  <a:cubicBezTo>
                    <a:pt x="4841" y="11537"/>
                    <a:pt x="4852" y="11467"/>
                    <a:pt x="4852" y="11386"/>
                  </a:cubicBezTo>
                  <a:cubicBezTo>
                    <a:pt x="4852" y="11376"/>
                    <a:pt x="4852" y="11366"/>
                    <a:pt x="4852" y="11366"/>
                  </a:cubicBezTo>
                  <a:lnTo>
                    <a:pt x="12807" y="9041"/>
                  </a:lnTo>
                  <a:cubicBezTo>
                    <a:pt x="12818" y="9101"/>
                    <a:pt x="12829" y="9151"/>
                    <a:pt x="12851" y="9191"/>
                  </a:cubicBezTo>
                  <a:lnTo>
                    <a:pt x="8793" y="16007"/>
                  </a:lnTo>
                  <a:cubicBezTo>
                    <a:pt x="8754" y="15957"/>
                    <a:pt x="8710" y="15937"/>
                    <a:pt x="8660" y="1593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 bwMode="auto">
          <a:xfrm>
            <a:off x="1226633" y="1825624"/>
            <a:ext cx="10127165" cy="3359691"/>
          </a:xfrm>
        </p:spPr>
        <p:txBody>
          <a:bodyPr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4939196" y="6356349"/>
            <a:ext cx="1228489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6300437" y="6356349"/>
            <a:ext cx="3591756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024945" y="6356349"/>
            <a:ext cx="1328853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Section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 bwMode="auto">
          <a:xfrm>
            <a:off x="0" y="-30483"/>
            <a:ext cx="12204700" cy="6888483"/>
            <a:chOff x="53733699" y="2933698"/>
            <a:chExt cx="12204700" cy="6888483"/>
          </a:xfrm>
        </p:grpSpPr>
        <p:sp>
          <p:nvSpPr>
            <p:cNvPr id="16" name="Shape"/>
            <p:cNvSpPr/>
            <p:nvPr/>
          </p:nvSpPr>
          <p:spPr bwMode="auto">
            <a:xfrm>
              <a:off x="53733699" y="2959098"/>
              <a:ext cx="12204700" cy="6858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3372"/>
                  </a:moveTo>
                  <a:lnTo>
                    <a:pt x="3402" y="8768"/>
                  </a:lnTo>
                  <a:lnTo>
                    <a:pt x="10460" y="6068"/>
                  </a:lnTo>
                  <a:lnTo>
                    <a:pt x="15671" y="14512"/>
                  </a:lnTo>
                  <a:lnTo>
                    <a:pt x="17980" y="13768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Shape"/>
            <p:cNvSpPr/>
            <p:nvPr/>
          </p:nvSpPr>
          <p:spPr bwMode="auto">
            <a:xfrm>
              <a:off x="53733699" y="2933698"/>
              <a:ext cx="12200893" cy="68884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973" y="13978"/>
                  </a:moveTo>
                  <a:cubicBezTo>
                    <a:pt x="17994" y="13978"/>
                    <a:pt x="18014" y="13966"/>
                    <a:pt x="18030" y="13946"/>
                  </a:cubicBezTo>
                  <a:lnTo>
                    <a:pt x="21582" y="21600"/>
                  </a:lnTo>
                  <a:lnTo>
                    <a:pt x="21600" y="21576"/>
                  </a:lnTo>
                  <a:lnTo>
                    <a:pt x="18048" y="13922"/>
                  </a:lnTo>
                  <a:cubicBezTo>
                    <a:pt x="18066" y="13890"/>
                    <a:pt x="18077" y="13842"/>
                    <a:pt x="18077" y="13795"/>
                  </a:cubicBezTo>
                  <a:cubicBezTo>
                    <a:pt x="18077" y="13755"/>
                    <a:pt x="18070" y="13719"/>
                    <a:pt x="18059" y="13691"/>
                  </a:cubicBezTo>
                  <a:lnTo>
                    <a:pt x="21600" y="8263"/>
                  </a:lnTo>
                  <a:lnTo>
                    <a:pt x="21584" y="8231"/>
                  </a:lnTo>
                  <a:lnTo>
                    <a:pt x="18043" y="13655"/>
                  </a:lnTo>
                  <a:cubicBezTo>
                    <a:pt x="18025" y="13623"/>
                    <a:pt x="18000" y="13604"/>
                    <a:pt x="17971" y="13604"/>
                  </a:cubicBezTo>
                  <a:cubicBezTo>
                    <a:pt x="17962" y="13604"/>
                    <a:pt x="17953" y="13608"/>
                    <a:pt x="17946" y="13612"/>
                  </a:cubicBezTo>
                  <a:lnTo>
                    <a:pt x="16930" y="8785"/>
                  </a:lnTo>
                  <a:cubicBezTo>
                    <a:pt x="16964" y="8753"/>
                    <a:pt x="16989" y="8693"/>
                    <a:pt x="16989" y="8622"/>
                  </a:cubicBezTo>
                  <a:cubicBezTo>
                    <a:pt x="16989" y="8618"/>
                    <a:pt x="16989" y="8614"/>
                    <a:pt x="16989" y="8606"/>
                  </a:cubicBezTo>
                  <a:lnTo>
                    <a:pt x="21593" y="7065"/>
                  </a:lnTo>
                  <a:lnTo>
                    <a:pt x="21589" y="7025"/>
                  </a:lnTo>
                  <a:lnTo>
                    <a:pt x="16984" y="8566"/>
                  </a:lnTo>
                  <a:cubicBezTo>
                    <a:pt x="16975" y="8510"/>
                    <a:pt x="16950" y="8462"/>
                    <a:pt x="16917" y="8446"/>
                  </a:cubicBezTo>
                  <a:lnTo>
                    <a:pt x="17933" y="88"/>
                  </a:lnTo>
                  <a:lnTo>
                    <a:pt x="17910" y="80"/>
                  </a:lnTo>
                  <a:lnTo>
                    <a:pt x="16896" y="8438"/>
                  </a:lnTo>
                  <a:cubicBezTo>
                    <a:pt x="16892" y="8438"/>
                    <a:pt x="16890" y="8438"/>
                    <a:pt x="16885" y="8438"/>
                  </a:cubicBezTo>
                  <a:cubicBezTo>
                    <a:pt x="16863" y="8438"/>
                    <a:pt x="16842" y="8450"/>
                    <a:pt x="16827" y="8470"/>
                  </a:cubicBezTo>
                  <a:lnTo>
                    <a:pt x="12741" y="0"/>
                  </a:lnTo>
                  <a:lnTo>
                    <a:pt x="12723" y="24"/>
                  </a:lnTo>
                  <a:lnTo>
                    <a:pt x="16809" y="8494"/>
                  </a:lnTo>
                  <a:cubicBezTo>
                    <a:pt x="16791" y="8526"/>
                    <a:pt x="16780" y="8570"/>
                    <a:pt x="16780" y="8622"/>
                  </a:cubicBezTo>
                  <a:cubicBezTo>
                    <a:pt x="16780" y="8693"/>
                    <a:pt x="16804" y="8757"/>
                    <a:pt x="16838" y="8785"/>
                  </a:cubicBezTo>
                  <a:lnTo>
                    <a:pt x="15689" y="14348"/>
                  </a:lnTo>
                  <a:cubicBezTo>
                    <a:pt x="15680" y="14344"/>
                    <a:pt x="15673" y="14344"/>
                    <a:pt x="15664" y="14344"/>
                  </a:cubicBezTo>
                  <a:cubicBezTo>
                    <a:pt x="15653" y="14344"/>
                    <a:pt x="15642" y="14348"/>
                    <a:pt x="15631" y="14356"/>
                  </a:cubicBezTo>
                  <a:lnTo>
                    <a:pt x="11950" y="76"/>
                  </a:lnTo>
                  <a:lnTo>
                    <a:pt x="11939" y="36"/>
                  </a:lnTo>
                  <a:lnTo>
                    <a:pt x="10489" y="5950"/>
                  </a:lnTo>
                  <a:cubicBezTo>
                    <a:pt x="10480" y="5946"/>
                    <a:pt x="10468" y="5942"/>
                    <a:pt x="10457" y="5942"/>
                  </a:cubicBezTo>
                  <a:cubicBezTo>
                    <a:pt x="10410" y="5942"/>
                    <a:pt x="10372" y="5997"/>
                    <a:pt x="10358" y="6069"/>
                  </a:cubicBezTo>
                  <a:lnTo>
                    <a:pt x="5475" y="4321"/>
                  </a:lnTo>
                  <a:cubicBezTo>
                    <a:pt x="5473" y="4293"/>
                    <a:pt x="5466" y="4265"/>
                    <a:pt x="5457" y="4245"/>
                  </a:cubicBezTo>
                  <a:lnTo>
                    <a:pt x="10037" y="104"/>
                  </a:lnTo>
                  <a:lnTo>
                    <a:pt x="10025" y="68"/>
                  </a:lnTo>
                  <a:lnTo>
                    <a:pt x="5441" y="4217"/>
                  </a:lnTo>
                  <a:cubicBezTo>
                    <a:pt x="5423" y="4189"/>
                    <a:pt x="5398" y="4173"/>
                    <a:pt x="5374" y="4173"/>
                  </a:cubicBezTo>
                  <a:cubicBezTo>
                    <a:pt x="5340" y="4173"/>
                    <a:pt x="5313" y="4201"/>
                    <a:pt x="5293" y="4241"/>
                  </a:cubicBezTo>
                  <a:lnTo>
                    <a:pt x="11" y="1075"/>
                  </a:lnTo>
                  <a:lnTo>
                    <a:pt x="5" y="1111"/>
                  </a:lnTo>
                  <a:lnTo>
                    <a:pt x="5279" y="4273"/>
                  </a:lnTo>
                  <a:cubicBezTo>
                    <a:pt x="5272" y="4297"/>
                    <a:pt x="5268" y="4325"/>
                    <a:pt x="5268" y="4357"/>
                  </a:cubicBezTo>
                  <a:cubicBezTo>
                    <a:pt x="5268" y="4396"/>
                    <a:pt x="5275" y="4432"/>
                    <a:pt x="5286" y="4460"/>
                  </a:cubicBezTo>
                  <a:lnTo>
                    <a:pt x="3460" y="8658"/>
                  </a:lnTo>
                  <a:cubicBezTo>
                    <a:pt x="3444" y="8642"/>
                    <a:pt x="3427" y="8630"/>
                    <a:pt x="3406" y="8630"/>
                  </a:cubicBezTo>
                  <a:cubicBezTo>
                    <a:pt x="3379" y="8630"/>
                    <a:pt x="3355" y="8650"/>
                    <a:pt x="3337" y="8677"/>
                  </a:cubicBezTo>
                  <a:lnTo>
                    <a:pt x="16" y="3429"/>
                  </a:lnTo>
                  <a:lnTo>
                    <a:pt x="0" y="3457"/>
                  </a:lnTo>
                  <a:lnTo>
                    <a:pt x="3321" y="8705"/>
                  </a:lnTo>
                  <a:cubicBezTo>
                    <a:pt x="3310" y="8737"/>
                    <a:pt x="3301" y="8773"/>
                    <a:pt x="3301" y="8813"/>
                  </a:cubicBezTo>
                  <a:cubicBezTo>
                    <a:pt x="3301" y="8916"/>
                    <a:pt x="3348" y="8996"/>
                    <a:pt x="3404" y="8996"/>
                  </a:cubicBezTo>
                  <a:cubicBezTo>
                    <a:pt x="3456" y="8996"/>
                    <a:pt x="3498" y="8932"/>
                    <a:pt x="3507" y="8845"/>
                  </a:cubicBezTo>
                  <a:lnTo>
                    <a:pt x="11327" y="9940"/>
                  </a:lnTo>
                  <a:cubicBezTo>
                    <a:pt x="11332" y="10035"/>
                    <a:pt x="11377" y="10111"/>
                    <a:pt x="11431" y="10111"/>
                  </a:cubicBezTo>
                  <a:cubicBezTo>
                    <a:pt x="11440" y="10111"/>
                    <a:pt x="11446" y="10107"/>
                    <a:pt x="11455" y="10107"/>
                  </a:cubicBezTo>
                  <a:lnTo>
                    <a:pt x="11714" y="12349"/>
                  </a:lnTo>
                  <a:cubicBezTo>
                    <a:pt x="11678" y="12377"/>
                    <a:pt x="11651" y="12441"/>
                    <a:pt x="11651" y="12516"/>
                  </a:cubicBezTo>
                  <a:cubicBezTo>
                    <a:pt x="11651" y="12620"/>
                    <a:pt x="11698" y="12700"/>
                    <a:pt x="11754" y="12700"/>
                  </a:cubicBezTo>
                  <a:cubicBezTo>
                    <a:pt x="11797" y="12700"/>
                    <a:pt x="11833" y="12656"/>
                    <a:pt x="11849" y="12588"/>
                  </a:cubicBezTo>
                  <a:lnTo>
                    <a:pt x="15561" y="14500"/>
                  </a:lnTo>
                  <a:cubicBezTo>
                    <a:pt x="15561" y="14512"/>
                    <a:pt x="15559" y="14519"/>
                    <a:pt x="15559" y="14531"/>
                  </a:cubicBezTo>
                  <a:cubicBezTo>
                    <a:pt x="15559" y="14635"/>
                    <a:pt x="15606" y="14715"/>
                    <a:pt x="15662" y="14715"/>
                  </a:cubicBezTo>
                  <a:cubicBezTo>
                    <a:pt x="15682" y="14715"/>
                    <a:pt x="15700" y="14703"/>
                    <a:pt x="15716" y="14687"/>
                  </a:cubicBezTo>
                  <a:lnTo>
                    <a:pt x="17434" y="18585"/>
                  </a:lnTo>
                  <a:cubicBezTo>
                    <a:pt x="17414" y="18617"/>
                    <a:pt x="17402" y="18665"/>
                    <a:pt x="17402" y="18717"/>
                  </a:cubicBezTo>
                  <a:cubicBezTo>
                    <a:pt x="17402" y="18820"/>
                    <a:pt x="17450" y="18900"/>
                    <a:pt x="17506" y="18900"/>
                  </a:cubicBezTo>
                  <a:cubicBezTo>
                    <a:pt x="17544" y="18900"/>
                    <a:pt x="17578" y="18864"/>
                    <a:pt x="17596" y="18808"/>
                  </a:cubicBezTo>
                  <a:lnTo>
                    <a:pt x="21011" y="21600"/>
                  </a:lnTo>
                  <a:lnTo>
                    <a:pt x="21020" y="21564"/>
                  </a:lnTo>
                  <a:lnTo>
                    <a:pt x="17609" y="18781"/>
                  </a:lnTo>
                  <a:cubicBezTo>
                    <a:pt x="17614" y="18761"/>
                    <a:pt x="17616" y="18741"/>
                    <a:pt x="17616" y="18721"/>
                  </a:cubicBezTo>
                  <a:cubicBezTo>
                    <a:pt x="17616" y="18637"/>
                    <a:pt x="17584" y="18565"/>
                    <a:pt x="17539" y="18542"/>
                  </a:cubicBezTo>
                  <a:lnTo>
                    <a:pt x="17967" y="13974"/>
                  </a:lnTo>
                  <a:cubicBezTo>
                    <a:pt x="17969" y="13978"/>
                    <a:pt x="17971" y="13978"/>
                    <a:pt x="17973" y="13978"/>
                  </a:cubicBezTo>
                  <a:close/>
                  <a:moveTo>
                    <a:pt x="16860" y="8801"/>
                  </a:moveTo>
                  <a:cubicBezTo>
                    <a:pt x="16869" y="8805"/>
                    <a:pt x="16876" y="8805"/>
                    <a:pt x="16885" y="8805"/>
                  </a:cubicBezTo>
                  <a:cubicBezTo>
                    <a:pt x="16894" y="8805"/>
                    <a:pt x="16903" y="8801"/>
                    <a:pt x="16910" y="8797"/>
                  </a:cubicBezTo>
                  <a:lnTo>
                    <a:pt x="17926" y="13623"/>
                  </a:lnTo>
                  <a:cubicBezTo>
                    <a:pt x="17892" y="13655"/>
                    <a:pt x="17868" y="13715"/>
                    <a:pt x="17868" y="13787"/>
                  </a:cubicBezTo>
                  <a:cubicBezTo>
                    <a:pt x="17868" y="13791"/>
                    <a:pt x="17868" y="13795"/>
                    <a:pt x="17868" y="13799"/>
                  </a:cubicBezTo>
                  <a:lnTo>
                    <a:pt x="15763" y="14472"/>
                  </a:lnTo>
                  <a:cubicBezTo>
                    <a:pt x="15754" y="14424"/>
                    <a:pt x="15736" y="14380"/>
                    <a:pt x="15709" y="14360"/>
                  </a:cubicBezTo>
                  <a:lnTo>
                    <a:pt x="16860" y="8801"/>
                  </a:lnTo>
                  <a:close/>
                  <a:moveTo>
                    <a:pt x="3510" y="8793"/>
                  </a:moveTo>
                  <a:lnTo>
                    <a:pt x="10360" y="6185"/>
                  </a:lnTo>
                  <a:cubicBezTo>
                    <a:pt x="10374" y="6256"/>
                    <a:pt x="10412" y="6312"/>
                    <a:pt x="10459" y="6312"/>
                  </a:cubicBezTo>
                  <a:cubicBezTo>
                    <a:pt x="10471" y="6312"/>
                    <a:pt x="10482" y="6308"/>
                    <a:pt x="10493" y="6300"/>
                  </a:cubicBezTo>
                  <a:lnTo>
                    <a:pt x="11390" y="9757"/>
                  </a:lnTo>
                  <a:cubicBezTo>
                    <a:pt x="11359" y="9781"/>
                    <a:pt x="11334" y="9836"/>
                    <a:pt x="11329" y="9900"/>
                  </a:cubicBezTo>
                  <a:lnTo>
                    <a:pt x="3512" y="8805"/>
                  </a:lnTo>
                  <a:cubicBezTo>
                    <a:pt x="3510" y="8801"/>
                    <a:pt x="3510" y="8797"/>
                    <a:pt x="3510" y="8793"/>
                  </a:cubicBezTo>
                  <a:close/>
                  <a:moveTo>
                    <a:pt x="11431" y="9741"/>
                  </a:moveTo>
                  <a:cubicBezTo>
                    <a:pt x="11424" y="9741"/>
                    <a:pt x="11417" y="9741"/>
                    <a:pt x="11410" y="9745"/>
                  </a:cubicBezTo>
                  <a:lnTo>
                    <a:pt x="10513" y="6284"/>
                  </a:lnTo>
                  <a:cubicBezTo>
                    <a:pt x="10518" y="6280"/>
                    <a:pt x="10525" y="6272"/>
                    <a:pt x="10529" y="6264"/>
                  </a:cubicBezTo>
                  <a:lnTo>
                    <a:pt x="15570" y="14404"/>
                  </a:lnTo>
                  <a:lnTo>
                    <a:pt x="11527" y="10000"/>
                  </a:lnTo>
                  <a:cubicBezTo>
                    <a:pt x="11532" y="9976"/>
                    <a:pt x="11536" y="9952"/>
                    <a:pt x="11536" y="9928"/>
                  </a:cubicBezTo>
                  <a:cubicBezTo>
                    <a:pt x="11534" y="9824"/>
                    <a:pt x="11489" y="9741"/>
                    <a:pt x="11431" y="9741"/>
                  </a:cubicBezTo>
                  <a:close/>
                  <a:moveTo>
                    <a:pt x="11941" y="131"/>
                  </a:moveTo>
                  <a:lnTo>
                    <a:pt x="15613" y="14372"/>
                  </a:lnTo>
                  <a:cubicBezTo>
                    <a:pt x="15608" y="14376"/>
                    <a:pt x="15601" y="14384"/>
                    <a:pt x="15597" y="14392"/>
                  </a:cubicBezTo>
                  <a:lnTo>
                    <a:pt x="10543" y="6236"/>
                  </a:lnTo>
                  <a:cubicBezTo>
                    <a:pt x="10556" y="6204"/>
                    <a:pt x="10563" y="6169"/>
                    <a:pt x="10563" y="6129"/>
                  </a:cubicBezTo>
                  <a:cubicBezTo>
                    <a:pt x="10563" y="6061"/>
                    <a:pt x="10540" y="6001"/>
                    <a:pt x="10509" y="5969"/>
                  </a:cubicBezTo>
                  <a:lnTo>
                    <a:pt x="11941" y="131"/>
                  </a:lnTo>
                  <a:close/>
                  <a:moveTo>
                    <a:pt x="5302" y="4488"/>
                  </a:moveTo>
                  <a:cubicBezTo>
                    <a:pt x="5320" y="4520"/>
                    <a:pt x="5344" y="4540"/>
                    <a:pt x="5374" y="4540"/>
                  </a:cubicBezTo>
                  <a:cubicBezTo>
                    <a:pt x="5430" y="4540"/>
                    <a:pt x="5475" y="4460"/>
                    <a:pt x="5477" y="4365"/>
                  </a:cubicBezTo>
                  <a:lnTo>
                    <a:pt x="10356" y="6113"/>
                  </a:lnTo>
                  <a:cubicBezTo>
                    <a:pt x="10356" y="6117"/>
                    <a:pt x="10356" y="6125"/>
                    <a:pt x="10356" y="6129"/>
                  </a:cubicBezTo>
                  <a:cubicBezTo>
                    <a:pt x="10356" y="6137"/>
                    <a:pt x="10356" y="6141"/>
                    <a:pt x="10356" y="6149"/>
                  </a:cubicBezTo>
                  <a:lnTo>
                    <a:pt x="3505" y="8757"/>
                  </a:lnTo>
                  <a:cubicBezTo>
                    <a:pt x="3501" y="8729"/>
                    <a:pt x="3492" y="8701"/>
                    <a:pt x="3478" y="8681"/>
                  </a:cubicBezTo>
                  <a:lnTo>
                    <a:pt x="5302" y="4488"/>
                  </a:lnTo>
                  <a:close/>
                  <a:moveTo>
                    <a:pt x="11858" y="12552"/>
                  </a:moveTo>
                  <a:cubicBezTo>
                    <a:pt x="11860" y="12540"/>
                    <a:pt x="11860" y="12528"/>
                    <a:pt x="11860" y="12516"/>
                  </a:cubicBezTo>
                  <a:cubicBezTo>
                    <a:pt x="11860" y="12413"/>
                    <a:pt x="11813" y="12333"/>
                    <a:pt x="11757" y="12333"/>
                  </a:cubicBezTo>
                  <a:cubicBezTo>
                    <a:pt x="11750" y="12333"/>
                    <a:pt x="11743" y="12333"/>
                    <a:pt x="11736" y="12337"/>
                  </a:cubicBezTo>
                  <a:lnTo>
                    <a:pt x="11478" y="10095"/>
                  </a:lnTo>
                  <a:cubicBezTo>
                    <a:pt x="11494" y="10083"/>
                    <a:pt x="11507" y="10063"/>
                    <a:pt x="11516" y="10035"/>
                  </a:cubicBezTo>
                  <a:lnTo>
                    <a:pt x="15572" y="14456"/>
                  </a:lnTo>
                  <a:cubicBezTo>
                    <a:pt x="15572" y="14460"/>
                    <a:pt x="15570" y="14460"/>
                    <a:pt x="15570" y="14464"/>
                  </a:cubicBezTo>
                  <a:lnTo>
                    <a:pt x="11858" y="12552"/>
                  </a:lnTo>
                  <a:close/>
                  <a:moveTo>
                    <a:pt x="17517" y="18538"/>
                  </a:moveTo>
                  <a:cubicBezTo>
                    <a:pt x="17515" y="18538"/>
                    <a:pt x="17512" y="18538"/>
                    <a:pt x="17510" y="18538"/>
                  </a:cubicBezTo>
                  <a:cubicBezTo>
                    <a:pt x="17490" y="18538"/>
                    <a:pt x="17472" y="18550"/>
                    <a:pt x="17456" y="18565"/>
                  </a:cubicBezTo>
                  <a:lnTo>
                    <a:pt x="15739" y="14667"/>
                  </a:lnTo>
                  <a:cubicBezTo>
                    <a:pt x="15759" y="14635"/>
                    <a:pt x="15770" y="14587"/>
                    <a:pt x="15770" y="14535"/>
                  </a:cubicBezTo>
                  <a:cubicBezTo>
                    <a:pt x="15770" y="14531"/>
                    <a:pt x="15770" y="14527"/>
                    <a:pt x="15770" y="14523"/>
                  </a:cubicBezTo>
                  <a:lnTo>
                    <a:pt x="17874" y="13850"/>
                  </a:lnTo>
                  <a:cubicBezTo>
                    <a:pt x="17886" y="13910"/>
                    <a:pt x="17913" y="13958"/>
                    <a:pt x="17946" y="13974"/>
                  </a:cubicBezTo>
                  <a:lnTo>
                    <a:pt x="17517" y="18538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831849" y="3237980"/>
            <a:ext cx="5446287" cy="1796972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5061942"/>
            <a:ext cx="7712074" cy="996910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9" y="6356349"/>
            <a:ext cx="2743200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356349"/>
            <a:ext cx="4114800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1960755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Sec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 bwMode="auto">
          <a:xfrm>
            <a:off x="5223511" y="-33453"/>
            <a:ext cx="6968487" cy="6904153"/>
            <a:chOff x="77152498" y="2912946"/>
            <a:chExt cx="6968487" cy="6904153"/>
          </a:xfrm>
        </p:grpSpPr>
        <p:sp>
          <p:nvSpPr>
            <p:cNvPr id="16" name="Shape"/>
            <p:cNvSpPr/>
            <p:nvPr/>
          </p:nvSpPr>
          <p:spPr bwMode="auto">
            <a:xfrm>
              <a:off x="77495398" y="2946399"/>
              <a:ext cx="6621779" cy="68707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32" y="21600"/>
                  </a:moveTo>
                  <a:lnTo>
                    <a:pt x="10199" y="13768"/>
                  </a:lnTo>
                  <a:lnTo>
                    <a:pt x="5241" y="9312"/>
                  </a:lnTo>
                  <a:lnTo>
                    <a:pt x="7366" y="6968"/>
                  </a:lnTo>
                  <a:lnTo>
                    <a:pt x="0" y="0"/>
                  </a:ln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080000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Shape"/>
            <p:cNvSpPr/>
            <p:nvPr/>
          </p:nvSpPr>
          <p:spPr bwMode="auto">
            <a:xfrm>
              <a:off x="77152498" y="2912946"/>
              <a:ext cx="6968487" cy="6904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892" y="16968"/>
                  </a:moveTo>
                  <a:cubicBezTo>
                    <a:pt x="17892" y="16865"/>
                    <a:pt x="17809" y="16785"/>
                    <a:pt x="17711" y="16785"/>
                  </a:cubicBezTo>
                  <a:cubicBezTo>
                    <a:pt x="17711" y="16785"/>
                    <a:pt x="17707" y="16785"/>
                    <a:pt x="17707" y="16785"/>
                  </a:cubicBezTo>
                  <a:lnTo>
                    <a:pt x="16746" y="8211"/>
                  </a:lnTo>
                  <a:cubicBezTo>
                    <a:pt x="16762" y="8207"/>
                    <a:pt x="16782" y="8199"/>
                    <a:pt x="16793" y="8191"/>
                  </a:cubicBezTo>
                  <a:lnTo>
                    <a:pt x="21569" y="13497"/>
                  </a:lnTo>
                  <a:lnTo>
                    <a:pt x="21596" y="13469"/>
                  </a:lnTo>
                  <a:lnTo>
                    <a:pt x="16829" y="8167"/>
                  </a:lnTo>
                  <a:cubicBezTo>
                    <a:pt x="16868" y="8131"/>
                    <a:pt x="16892" y="8084"/>
                    <a:pt x="16892" y="8028"/>
                  </a:cubicBezTo>
                  <a:cubicBezTo>
                    <a:pt x="16892" y="7980"/>
                    <a:pt x="16872" y="7936"/>
                    <a:pt x="16845" y="7904"/>
                  </a:cubicBezTo>
                  <a:lnTo>
                    <a:pt x="21596" y="873"/>
                  </a:lnTo>
                  <a:lnTo>
                    <a:pt x="21565" y="849"/>
                  </a:lnTo>
                  <a:lnTo>
                    <a:pt x="16813" y="7876"/>
                  </a:lnTo>
                  <a:cubicBezTo>
                    <a:pt x="16782" y="7856"/>
                    <a:pt x="16746" y="7844"/>
                    <a:pt x="16707" y="7844"/>
                  </a:cubicBezTo>
                  <a:cubicBezTo>
                    <a:pt x="16644" y="7844"/>
                    <a:pt x="16589" y="7876"/>
                    <a:pt x="16557" y="7924"/>
                  </a:cubicBezTo>
                  <a:lnTo>
                    <a:pt x="11672" y="4006"/>
                  </a:lnTo>
                  <a:cubicBezTo>
                    <a:pt x="11688" y="3978"/>
                    <a:pt x="11696" y="3950"/>
                    <a:pt x="11696" y="3918"/>
                  </a:cubicBezTo>
                  <a:cubicBezTo>
                    <a:pt x="11696" y="3890"/>
                    <a:pt x="11688" y="3866"/>
                    <a:pt x="11680" y="3842"/>
                  </a:cubicBezTo>
                  <a:lnTo>
                    <a:pt x="19333" y="88"/>
                  </a:lnTo>
                  <a:lnTo>
                    <a:pt x="19317" y="52"/>
                  </a:lnTo>
                  <a:lnTo>
                    <a:pt x="11664" y="3811"/>
                  </a:lnTo>
                  <a:cubicBezTo>
                    <a:pt x="11633" y="3767"/>
                    <a:pt x="11577" y="3735"/>
                    <a:pt x="11518" y="3735"/>
                  </a:cubicBezTo>
                  <a:cubicBezTo>
                    <a:pt x="11495" y="3735"/>
                    <a:pt x="11471" y="3739"/>
                    <a:pt x="11448" y="3751"/>
                  </a:cubicBezTo>
                  <a:lnTo>
                    <a:pt x="9188" y="0"/>
                  </a:lnTo>
                  <a:lnTo>
                    <a:pt x="9153" y="20"/>
                  </a:lnTo>
                  <a:lnTo>
                    <a:pt x="11412" y="3771"/>
                  </a:lnTo>
                  <a:cubicBezTo>
                    <a:pt x="11365" y="3803"/>
                    <a:pt x="11333" y="3858"/>
                    <a:pt x="11333" y="3922"/>
                  </a:cubicBezTo>
                  <a:cubicBezTo>
                    <a:pt x="11333" y="3958"/>
                    <a:pt x="11345" y="3990"/>
                    <a:pt x="11361" y="4018"/>
                  </a:cubicBezTo>
                  <a:lnTo>
                    <a:pt x="8176" y="6880"/>
                  </a:lnTo>
                  <a:cubicBezTo>
                    <a:pt x="8145" y="6852"/>
                    <a:pt x="8109" y="6836"/>
                    <a:pt x="8066" y="6832"/>
                  </a:cubicBezTo>
                  <a:lnTo>
                    <a:pt x="7728" y="48"/>
                  </a:lnTo>
                  <a:lnTo>
                    <a:pt x="7688" y="48"/>
                  </a:lnTo>
                  <a:lnTo>
                    <a:pt x="8027" y="6832"/>
                  </a:lnTo>
                  <a:cubicBezTo>
                    <a:pt x="7995" y="6836"/>
                    <a:pt x="7964" y="6852"/>
                    <a:pt x="7940" y="6872"/>
                  </a:cubicBezTo>
                  <a:lnTo>
                    <a:pt x="1067" y="56"/>
                  </a:lnTo>
                  <a:lnTo>
                    <a:pt x="1039" y="84"/>
                  </a:lnTo>
                  <a:lnTo>
                    <a:pt x="7913" y="6900"/>
                  </a:lnTo>
                  <a:cubicBezTo>
                    <a:pt x="7889" y="6932"/>
                    <a:pt x="7873" y="6971"/>
                    <a:pt x="7873" y="7015"/>
                  </a:cubicBezTo>
                  <a:cubicBezTo>
                    <a:pt x="7873" y="7019"/>
                    <a:pt x="7873" y="7023"/>
                    <a:pt x="7873" y="7027"/>
                  </a:cubicBezTo>
                  <a:lnTo>
                    <a:pt x="3197" y="7864"/>
                  </a:lnTo>
                  <a:cubicBezTo>
                    <a:pt x="3173" y="7789"/>
                    <a:pt x="3106" y="7733"/>
                    <a:pt x="3023" y="7733"/>
                  </a:cubicBezTo>
                  <a:cubicBezTo>
                    <a:pt x="3004" y="7733"/>
                    <a:pt x="2984" y="7737"/>
                    <a:pt x="2968" y="7741"/>
                  </a:cubicBezTo>
                  <a:lnTo>
                    <a:pt x="35" y="60"/>
                  </a:lnTo>
                  <a:lnTo>
                    <a:pt x="0" y="76"/>
                  </a:lnTo>
                  <a:lnTo>
                    <a:pt x="2937" y="7753"/>
                  </a:lnTo>
                  <a:cubicBezTo>
                    <a:pt x="2882" y="7785"/>
                    <a:pt x="2846" y="7844"/>
                    <a:pt x="2846" y="7912"/>
                  </a:cubicBezTo>
                  <a:cubicBezTo>
                    <a:pt x="2846" y="8004"/>
                    <a:pt x="2913" y="8080"/>
                    <a:pt x="3000" y="8096"/>
                  </a:cubicBezTo>
                  <a:lnTo>
                    <a:pt x="3000" y="11113"/>
                  </a:lnTo>
                  <a:cubicBezTo>
                    <a:pt x="2909" y="11125"/>
                    <a:pt x="2838" y="11201"/>
                    <a:pt x="2838" y="11296"/>
                  </a:cubicBezTo>
                  <a:cubicBezTo>
                    <a:pt x="2838" y="11400"/>
                    <a:pt x="2921" y="11480"/>
                    <a:pt x="3019" y="11480"/>
                  </a:cubicBezTo>
                  <a:cubicBezTo>
                    <a:pt x="3071" y="11480"/>
                    <a:pt x="3114" y="11460"/>
                    <a:pt x="3145" y="11428"/>
                  </a:cubicBezTo>
                  <a:lnTo>
                    <a:pt x="5204" y="13652"/>
                  </a:lnTo>
                  <a:cubicBezTo>
                    <a:pt x="5169" y="13684"/>
                    <a:pt x="5145" y="13736"/>
                    <a:pt x="5145" y="13787"/>
                  </a:cubicBezTo>
                  <a:cubicBezTo>
                    <a:pt x="5145" y="13847"/>
                    <a:pt x="5177" y="13903"/>
                    <a:pt x="5220" y="13939"/>
                  </a:cubicBezTo>
                  <a:lnTo>
                    <a:pt x="3661" y="17283"/>
                  </a:lnTo>
                  <a:cubicBezTo>
                    <a:pt x="3641" y="17275"/>
                    <a:pt x="3622" y="17271"/>
                    <a:pt x="3602" y="17271"/>
                  </a:cubicBezTo>
                  <a:cubicBezTo>
                    <a:pt x="3500" y="17271"/>
                    <a:pt x="3421" y="17355"/>
                    <a:pt x="3421" y="17455"/>
                  </a:cubicBezTo>
                  <a:cubicBezTo>
                    <a:pt x="3421" y="17554"/>
                    <a:pt x="3504" y="17638"/>
                    <a:pt x="3602" y="17638"/>
                  </a:cubicBezTo>
                  <a:cubicBezTo>
                    <a:pt x="3622" y="17638"/>
                    <a:pt x="3637" y="17634"/>
                    <a:pt x="3657" y="17630"/>
                  </a:cubicBezTo>
                  <a:lnTo>
                    <a:pt x="5350" y="21596"/>
                  </a:lnTo>
                  <a:lnTo>
                    <a:pt x="5369" y="21588"/>
                  </a:lnTo>
                  <a:lnTo>
                    <a:pt x="5385" y="21600"/>
                  </a:lnTo>
                  <a:lnTo>
                    <a:pt x="10668" y="13947"/>
                  </a:lnTo>
                  <a:cubicBezTo>
                    <a:pt x="10696" y="13963"/>
                    <a:pt x="10723" y="13971"/>
                    <a:pt x="10755" y="13971"/>
                  </a:cubicBezTo>
                  <a:cubicBezTo>
                    <a:pt x="10759" y="13971"/>
                    <a:pt x="10767" y="13971"/>
                    <a:pt x="10770" y="13971"/>
                  </a:cubicBezTo>
                  <a:lnTo>
                    <a:pt x="12235" y="21584"/>
                  </a:lnTo>
                  <a:lnTo>
                    <a:pt x="12274" y="21576"/>
                  </a:lnTo>
                  <a:lnTo>
                    <a:pt x="10810" y="13963"/>
                  </a:lnTo>
                  <a:cubicBezTo>
                    <a:pt x="10853" y="13951"/>
                    <a:pt x="10889" y="13919"/>
                    <a:pt x="10912" y="13879"/>
                  </a:cubicBezTo>
                  <a:lnTo>
                    <a:pt x="17541" y="16924"/>
                  </a:lnTo>
                  <a:cubicBezTo>
                    <a:pt x="17537" y="16936"/>
                    <a:pt x="17537" y="16952"/>
                    <a:pt x="17537" y="16964"/>
                  </a:cubicBezTo>
                  <a:cubicBezTo>
                    <a:pt x="17537" y="17028"/>
                    <a:pt x="17573" y="17088"/>
                    <a:pt x="17620" y="17120"/>
                  </a:cubicBezTo>
                  <a:lnTo>
                    <a:pt x="15116" y="21572"/>
                  </a:lnTo>
                  <a:lnTo>
                    <a:pt x="15152" y="21592"/>
                  </a:lnTo>
                  <a:lnTo>
                    <a:pt x="17648" y="17144"/>
                  </a:lnTo>
                  <a:cubicBezTo>
                    <a:pt x="17667" y="17152"/>
                    <a:pt x="17687" y="17156"/>
                    <a:pt x="17711" y="17156"/>
                  </a:cubicBezTo>
                  <a:cubicBezTo>
                    <a:pt x="17785" y="17156"/>
                    <a:pt x="17852" y="17108"/>
                    <a:pt x="17880" y="17040"/>
                  </a:cubicBezTo>
                  <a:lnTo>
                    <a:pt x="21592" y="17706"/>
                  </a:lnTo>
                  <a:lnTo>
                    <a:pt x="21600" y="17666"/>
                  </a:lnTo>
                  <a:lnTo>
                    <a:pt x="17892" y="17000"/>
                  </a:lnTo>
                  <a:cubicBezTo>
                    <a:pt x="17892" y="16992"/>
                    <a:pt x="17892" y="16980"/>
                    <a:pt x="17892" y="16968"/>
                  </a:cubicBezTo>
                  <a:close/>
                  <a:moveTo>
                    <a:pt x="5499" y="13736"/>
                  </a:moveTo>
                  <a:cubicBezTo>
                    <a:pt x="5480" y="13672"/>
                    <a:pt x="5432" y="13624"/>
                    <a:pt x="5369" y="13608"/>
                  </a:cubicBezTo>
                  <a:lnTo>
                    <a:pt x="6027" y="9522"/>
                  </a:lnTo>
                  <a:cubicBezTo>
                    <a:pt x="6031" y="9522"/>
                    <a:pt x="6031" y="9522"/>
                    <a:pt x="6035" y="9522"/>
                  </a:cubicBezTo>
                  <a:cubicBezTo>
                    <a:pt x="6078" y="9522"/>
                    <a:pt x="6117" y="9507"/>
                    <a:pt x="6149" y="9483"/>
                  </a:cubicBezTo>
                  <a:lnTo>
                    <a:pt x="10601" y="13680"/>
                  </a:lnTo>
                  <a:cubicBezTo>
                    <a:pt x="10582" y="13704"/>
                    <a:pt x="10570" y="13736"/>
                    <a:pt x="10566" y="13768"/>
                  </a:cubicBezTo>
                  <a:lnTo>
                    <a:pt x="5499" y="13736"/>
                  </a:lnTo>
                  <a:close/>
                  <a:moveTo>
                    <a:pt x="3141" y="11161"/>
                  </a:moveTo>
                  <a:cubicBezTo>
                    <a:pt x="3114" y="11133"/>
                    <a:pt x="3078" y="11117"/>
                    <a:pt x="3035" y="11113"/>
                  </a:cubicBezTo>
                  <a:lnTo>
                    <a:pt x="3035" y="8096"/>
                  </a:lnTo>
                  <a:cubicBezTo>
                    <a:pt x="3094" y="8092"/>
                    <a:pt x="3145" y="8060"/>
                    <a:pt x="3177" y="8012"/>
                  </a:cubicBezTo>
                  <a:lnTo>
                    <a:pt x="5858" y="9287"/>
                  </a:lnTo>
                  <a:cubicBezTo>
                    <a:pt x="5854" y="9303"/>
                    <a:pt x="5850" y="9323"/>
                    <a:pt x="5850" y="9339"/>
                  </a:cubicBezTo>
                  <a:cubicBezTo>
                    <a:pt x="5850" y="9371"/>
                    <a:pt x="5858" y="9399"/>
                    <a:pt x="5873" y="9427"/>
                  </a:cubicBezTo>
                  <a:lnTo>
                    <a:pt x="3141" y="11161"/>
                  </a:lnTo>
                  <a:close/>
                  <a:moveTo>
                    <a:pt x="7952" y="7163"/>
                  </a:moveTo>
                  <a:cubicBezTo>
                    <a:pt x="7983" y="7183"/>
                    <a:pt x="8019" y="7195"/>
                    <a:pt x="8058" y="7195"/>
                  </a:cubicBezTo>
                  <a:cubicBezTo>
                    <a:pt x="8074" y="7195"/>
                    <a:pt x="8094" y="7191"/>
                    <a:pt x="8109" y="7187"/>
                  </a:cubicBezTo>
                  <a:lnTo>
                    <a:pt x="10668" y="13624"/>
                  </a:lnTo>
                  <a:cubicBezTo>
                    <a:pt x="10656" y="13632"/>
                    <a:pt x="10645" y="13640"/>
                    <a:pt x="10637" y="13648"/>
                  </a:cubicBezTo>
                  <a:lnTo>
                    <a:pt x="6176" y="9455"/>
                  </a:lnTo>
                  <a:cubicBezTo>
                    <a:pt x="6200" y="9423"/>
                    <a:pt x="6216" y="9383"/>
                    <a:pt x="6216" y="9339"/>
                  </a:cubicBezTo>
                  <a:cubicBezTo>
                    <a:pt x="6216" y="9291"/>
                    <a:pt x="6200" y="9251"/>
                    <a:pt x="6173" y="9220"/>
                  </a:cubicBezTo>
                  <a:lnTo>
                    <a:pt x="7952" y="7163"/>
                  </a:lnTo>
                  <a:close/>
                  <a:moveTo>
                    <a:pt x="10865" y="13648"/>
                  </a:moveTo>
                  <a:cubicBezTo>
                    <a:pt x="10833" y="13620"/>
                    <a:pt x="10794" y="13604"/>
                    <a:pt x="10747" y="13604"/>
                  </a:cubicBezTo>
                  <a:cubicBezTo>
                    <a:pt x="10731" y="13604"/>
                    <a:pt x="10711" y="13608"/>
                    <a:pt x="10696" y="13612"/>
                  </a:cubicBezTo>
                  <a:lnTo>
                    <a:pt x="8137" y="7175"/>
                  </a:lnTo>
                  <a:cubicBezTo>
                    <a:pt x="8184" y="7151"/>
                    <a:pt x="8216" y="7107"/>
                    <a:pt x="8227" y="7055"/>
                  </a:cubicBezTo>
                  <a:lnTo>
                    <a:pt x="16526" y="8068"/>
                  </a:lnTo>
                  <a:cubicBezTo>
                    <a:pt x="16534" y="8103"/>
                    <a:pt x="16553" y="8139"/>
                    <a:pt x="16577" y="8163"/>
                  </a:cubicBezTo>
                  <a:lnTo>
                    <a:pt x="10865" y="13648"/>
                  </a:lnTo>
                  <a:close/>
                  <a:moveTo>
                    <a:pt x="11518" y="4102"/>
                  </a:moveTo>
                  <a:cubicBezTo>
                    <a:pt x="11574" y="4102"/>
                    <a:pt x="11625" y="4078"/>
                    <a:pt x="11656" y="4038"/>
                  </a:cubicBezTo>
                  <a:lnTo>
                    <a:pt x="16542" y="7960"/>
                  </a:lnTo>
                  <a:cubicBezTo>
                    <a:pt x="16534" y="7980"/>
                    <a:pt x="16530" y="8004"/>
                    <a:pt x="16530" y="8028"/>
                  </a:cubicBezTo>
                  <a:lnTo>
                    <a:pt x="8239" y="7015"/>
                  </a:lnTo>
                  <a:cubicBezTo>
                    <a:pt x="8239" y="7015"/>
                    <a:pt x="8239" y="7015"/>
                    <a:pt x="8239" y="7011"/>
                  </a:cubicBezTo>
                  <a:cubicBezTo>
                    <a:pt x="8239" y="6971"/>
                    <a:pt x="8227" y="6936"/>
                    <a:pt x="8204" y="6904"/>
                  </a:cubicBezTo>
                  <a:lnTo>
                    <a:pt x="11385" y="4046"/>
                  </a:lnTo>
                  <a:cubicBezTo>
                    <a:pt x="11420" y="4082"/>
                    <a:pt x="11467" y="4102"/>
                    <a:pt x="11518" y="4102"/>
                  </a:cubicBezTo>
                  <a:close/>
                  <a:moveTo>
                    <a:pt x="7881" y="7063"/>
                  </a:moveTo>
                  <a:cubicBezTo>
                    <a:pt x="7889" y="7091"/>
                    <a:pt x="7905" y="7115"/>
                    <a:pt x="7920" y="7135"/>
                  </a:cubicBezTo>
                  <a:lnTo>
                    <a:pt x="6141" y="9192"/>
                  </a:lnTo>
                  <a:cubicBezTo>
                    <a:pt x="6110" y="9168"/>
                    <a:pt x="6074" y="9156"/>
                    <a:pt x="6031" y="9156"/>
                  </a:cubicBezTo>
                  <a:cubicBezTo>
                    <a:pt x="5964" y="9156"/>
                    <a:pt x="5901" y="9196"/>
                    <a:pt x="5873" y="9251"/>
                  </a:cubicBezTo>
                  <a:lnTo>
                    <a:pt x="3193" y="7976"/>
                  </a:lnTo>
                  <a:cubicBezTo>
                    <a:pt x="3200" y="7956"/>
                    <a:pt x="3204" y="7936"/>
                    <a:pt x="3204" y="7912"/>
                  </a:cubicBezTo>
                  <a:cubicBezTo>
                    <a:pt x="3204" y="7908"/>
                    <a:pt x="3204" y="7904"/>
                    <a:pt x="3204" y="7900"/>
                  </a:cubicBezTo>
                  <a:lnTo>
                    <a:pt x="7881" y="7063"/>
                  </a:lnTo>
                  <a:close/>
                  <a:moveTo>
                    <a:pt x="3169" y="11400"/>
                  </a:moveTo>
                  <a:cubicBezTo>
                    <a:pt x="3189" y="11372"/>
                    <a:pt x="3200" y="11336"/>
                    <a:pt x="3200" y="11296"/>
                  </a:cubicBezTo>
                  <a:cubicBezTo>
                    <a:pt x="3200" y="11256"/>
                    <a:pt x="3189" y="11221"/>
                    <a:pt x="3169" y="11193"/>
                  </a:cubicBezTo>
                  <a:lnTo>
                    <a:pt x="5897" y="9463"/>
                  </a:lnTo>
                  <a:cubicBezTo>
                    <a:pt x="5921" y="9491"/>
                    <a:pt x="5952" y="9511"/>
                    <a:pt x="5988" y="9522"/>
                  </a:cubicBezTo>
                  <a:lnTo>
                    <a:pt x="5330" y="13608"/>
                  </a:lnTo>
                  <a:cubicBezTo>
                    <a:pt x="5330" y="13608"/>
                    <a:pt x="5326" y="13608"/>
                    <a:pt x="5326" y="13608"/>
                  </a:cubicBezTo>
                  <a:cubicBezTo>
                    <a:pt x="5295" y="13608"/>
                    <a:pt x="5263" y="13616"/>
                    <a:pt x="5236" y="13632"/>
                  </a:cubicBezTo>
                  <a:lnTo>
                    <a:pt x="3169" y="11400"/>
                  </a:lnTo>
                  <a:close/>
                  <a:moveTo>
                    <a:pt x="5251" y="13959"/>
                  </a:moveTo>
                  <a:cubicBezTo>
                    <a:pt x="5275" y="13967"/>
                    <a:pt x="5299" y="13975"/>
                    <a:pt x="5322" y="13975"/>
                  </a:cubicBezTo>
                  <a:cubicBezTo>
                    <a:pt x="5425" y="13975"/>
                    <a:pt x="5503" y="13891"/>
                    <a:pt x="5503" y="13791"/>
                  </a:cubicBezTo>
                  <a:cubicBezTo>
                    <a:pt x="5503" y="13787"/>
                    <a:pt x="5503" y="13784"/>
                    <a:pt x="5503" y="13780"/>
                  </a:cubicBezTo>
                  <a:lnTo>
                    <a:pt x="10566" y="13811"/>
                  </a:lnTo>
                  <a:cubicBezTo>
                    <a:pt x="10566" y="13827"/>
                    <a:pt x="10570" y="13843"/>
                    <a:pt x="10578" y="13859"/>
                  </a:cubicBezTo>
                  <a:lnTo>
                    <a:pt x="3752" y="17359"/>
                  </a:lnTo>
                  <a:cubicBezTo>
                    <a:pt x="3736" y="17335"/>
                    <a:pt x="3716" y="17315"/>
                    <a:pt x="3693" y="17303"/>
                  </a:cubicBezTo>
                  <a:lnTo>
                    <a:pt x="5251" y="13959"/>
                  </a:lnTo>
                  <a:close/>
                  <a:moveTo>
                    <a:pt x="5366" y="21552"/>
                  </a:moveTo>
                  <a:lnTo>
                    <a:pt x="3689" y="17618"/>
                  </a:lnTo>
                  <a:cubicBezTo>
                    <a:pt x="3744" y="17586"/>
                    <a:pt x="3783" y="17526"/>
                    <a:pt x="3783" y="17459"/>
                  </a:cubicBezTo>
                  <a:cubicBezTo>
                    <a:pt x="3783" y="17435"/>
                    <a:pt x="3779" y="17415"/>
                    <a:pt x="3771" y="17395"/>
                  </a:cubicBezTo>
                  <a:lnTo>
                    <a:pt x="10597" y="13895"/>
                  </a:lnTo>
                  <a:cubicBezTo>
                    <a:pt x="10605" y="13911"/>
                    <a:pt x="10617" y="13923"/>
                    <a:pt x="10629" y="13935"/>
                  </a:cubicBezTo>
                  <a:lnTo>
                    <a:pt x="5366" y="21552"/>
                  </a:lnTo>
                  <a:close/>
                  <a:moveTo>
                    <a:pt x="10920" y="13847"/>
                  </a:moveTo>
                  <a:cubicBezTo>
                    <a:pt x="10928" y="13827"/>
                    <a:pt x="10932" y="13811"/>
                    <a:pt x="10932" y="13791"/>
                  </a:cubicBezTo>
                  <a:cubicBezTo>
                    <a:pt x="10932" y="13748"/>
                    <a:pt x="10916" y="13712"/>
                    <a:pt x="10893" y="13680"/>
                  </a:cubicBezTo>
                  <a:lnTo>
                    <a:pt x="16616" y="8191"/>
                  </a:lnTo>
                  <a:cubicBezTo>
                    <a:pt x="16644" y="8207"/>
                    <a:pt x="16675" y="8219"/>
                    <a:pt x="16707" y="8219"/>
                  </a:cubicBezTo>
                  <a:lnTo>
                    <a:pt x="17667" y="16793"/>
                  </a:lnTo>
                  <a:cubicBezTo>
                    <a:pt x="17612" y="16805"/>
                    <a:pt x="17569" y="16845"/>
                    <a:pt x="17545" y="16893"/>
                  </a:cubicBezTo>
                  <a:lnTo>
                    <a:pt x="10920" y="13847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831849" y="1709737"/>
            <a:ext cx="5078295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589462"/>
            <a:ext cx="5078295" cy="1500186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9" y="6356349"/>
            <a:ext cx="1280531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2266949" y="6356349"/>
            <a:ext cx="2956561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40504" y="6356349"/>
            <a:ext cx="1283319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losing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 userDrawn="1"/>
        </p:nvGrpSpPr>
        <p:grpSpPr bwMode="auto">
          <a:xfrm>
            <a:off x="0" y="0"/>
            <a:ext cx="10005064" cy="3708399"/>
            <a:chOff x="90449398" y="2959098"/>
            <a:chExt cx="10005064" cy="3708399"/>
          </a:xfrm>
        </p:grpSpPr>
        <p:sp>
          <p:nvSpPr>
            <p:cNvPr id="20" name="Shape"/>
            <p:cNvSpPr/>
            <p:nvPr/>
          </p:nvSpPr>
          <p:spPr bwMode="auto">
            <a:xfrm>
              <a:off x="90450948" y="2959099"/>
              <a:ext cx="9669778" cy="30314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2578"/>
                  </a:moveTo>
                  <a:lnTo>
                    <a:pt x="4967" y="21600"/>
                  </a:lnTo>
                  <a:lnTo>
                    <a:pt x="12894" y="12578"/>
                  </a:lnTo>
                  <a:lnTo>
                    <a:pt x="14948" y="14352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Shape"/>
            <p:cNvSpPr/>
            <p:nvPr/>
          </p:nvSpPr>
          <p:spPr bwMode="auto">
            <a:xfrm>
              <a:off x="90449398" y="2959098"/>
              <a:ext cx="10005064" cy="37083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52"/>
                  </a:moveTo>
                  <a:lnTo>
                    <a:pt x="21578" y="0"/>
                  </a:lnTo>
                  <a:lnTo>
                    <a:pt x="14855" y="20979"/>
                  </a:lnTo>
                  <a:cubicBezTo>
                    <a:pt x="14836" y="20942"/>
                    <a:pt x="14811" y="20919"/>
                    <a:pt x="14784" y="20919"/>
                  </a:cubicBezTo>
                  <a:lnTo>
                    <a:pt x="14485" y="12095"/>
                  </a:lnTo>
                  <a:cubicBezTo>
                    <a:pt x="14551" y="12080"/>
                    <a:pt x="14600" y="11932"/>
                    <a:pt x="14600" y="11754"/>
                  </a:cubicBezTo>
                  <a:cubicBezTo>
                    <a:pt x="14600" y="11688"/>
                    <a:pt x="14592" y="11628"/>
                    <a:pt x="14581" y="11577"/>
                  </a:cubicBezTo>
                  <a:lnTo>
                    <a:pt x="20898" y="59"/>
                  </a:lnTo>
                  <a:lnTo>
                    <a:pt x="20882" y="0"/>
                  </a:lnTo>
                  <a:lnTo>
                    <a:pt x="14565" y="11525"/>
                  </a:lnTo>
                  <a:cubicBezTo>
                    <a:pt x="14554" y="11495"/>
                    <a:pt x="14543" y="11473"/>
                    <a:pt x="14529" y="11458"/>
                  </a:cubicBezTo>
                  <a:lnTo>
                    <a:pt x="16561" y="52"/>
                  </a:lnTo>
                  <a:lnTo>
                    <a:pt x="16536" y="22"/>
                  </a:lnTo>
                  <a:lnTo>
                    <a:pt x="14501" y="11436"/>
                  </a:lnTo>
                  <a:cubicBezTo>
                    <a:pt x="14490" y="11429"/>
                    <a:pt x="14482" y="11421"/>
                    <a:pt x="14471" y="11421"/>
                  </a:cubicBezTo>
                  <a:cubicBezTo>
                    <a:pt x="14416" y="11421"/>
                    <a:pt x="14370" y="11518"/>
                    <a:pt x="14351" y="11651"/>
                  </a:cubicBezTo>
                  <a:lnTo>
                    <a:pt x="12579" y="10356"/>
                  </a:lnTo>
                  <a:cubicBezTo>
                    <a:pt x="12579" y="10341"/>
                    <a:pt x="12582" y="10327"/>
                    <a:pt x="12582" y="10304"/>
                  </a:cubicBezTo>
                  <a:cubicBezTo>
                    <a:pt x="12582" y="10112"/>
                    <a:pt x="12525" y="9964"/>
                    <a:pt x="12456" y="9964"/>
                  </a:cubicBezTo>
                  <a:cubicBezTo>
                    <a:pt x="12418" y="9964"/>
                    <a:pt x="12382" y="10016"/>
                    <a:pt x="12360" y="10090"/>
                  </a:cubicBezTo>
                  <a:lnTo>
                    <a:pt x="9333" y="5274"/>
                  </a:lnTo>
                  <a:cubicBezTo>
                    <a:pt x="9341" y="5230"/>
                    <a:pt x="9347" y="5171"/>
                    <a:pt x="9347" y="5119"/>
                  </a:cubicBezTo>
                  <a:cubicBezTo>
                    <a:pt x="9347" y="5082"/>
                    <a:pt x="9344" y="5052"/>
                    <a:pt x="9341" y="5023"/>
                  </a:cubicBezTo>
                  <a:lnTo>
                    <a:pt x="14194" y="74"/>
                  </a:lnTo>
                  <a:lnTo>
                    <a:pt x="14183" y="7"/>
                  </a:lnTo>
                  <a:lnTo>
                    <a:pt x="9328" y="4956"/>
                  </a:lnTo>
                  <a:cubicBezTo>
                    <a:pt x="9306" y="4853"/>
                    <a:pt x="9265" y="4779"/>
                    <a:pt x="9218" y="4779"/>
                  </a:cubicBezTo>
                  <a:cubicBezTo>
                    <a:pt x="9171" y="4779"/>
                    <a:pt x="9130" y="4845"/>
                    <a:pt x="9108" y="4949"/>
                  </a:cubicBezTo>
                  <a:lnTo>
                    <a:pt x="5407" y="7"/>
                  </a:lnTo>
                  <a:lnTo>
                    <a:pt x="5396" y="74"/>
                  </a:lnTo>
                  <a:lnTo>
                    <a:pt x="9100" y="5015"/>
                  </a:lnTo>
                  <a:cubicBezTo>
                    <a:pt x="9097" y="5045"/>
                    <a:pt x="9095" y="5082"/>
                    <a:pt x="9095" y="5119"/>
                  </a:cubicBezTo>
                  <a:cubicBezTo>
                    <a:pt x="9095" y="5193"/>
                    <a:pt x="9103" y="5267"/>
                    <a:pt x="9119" y="5319"/>
                  </a:cubicBezTo>
                  <a:lnTo>
                    <a:pt x="4891" y="17421"/>
                  </a:lnTo>
                  <a:cubicBezTo>
                    <a:pt x="4869" y="17376"/>
                    <a:pt x="4845" y="17347"/>
                    <a:pt x="4815" y="17347"/>
                  </a:cubicBezTo>
                  <a:cubicBezTo>
                    <a:pt x="4798" y="17347"/>
                    <a:pt x="4784" y="17354"/>
                    <a:pt x="4771" y="17369"/>
                  </a:cubicBezTo>
                  <a:lnTo>
                    <a:pt x="1557" y="15"/>
                  </a:lnTo>
                  <a:lnTo>
                    <a:pt x="1533" y="44"/>
                  </a:lnTo>
                  <a:lnTo>
                    <a:pt x="4746" y="17398"/>
                  </a:lnTo>
                  <a:cubicBezTo>
                    <a:pt x="4732" y="17421"/>
                    <a:pt x="4721" y="17450"/>
                    <a:pt x="4713" y="17487"/>
                  </a:cubicBezTo>
                  <a:lnTo>
                    <a:pt x="22" y="10282"/>
                  </a:lnTo>
                  <a:lnTo>
                    <a:pt x="8" y="10349"/>
                  </a:lnTo>
                  <a:lnTo>
                    <a:pt x="4699" y="17554"/>
                  </a:lnTo>
                  <a:cubicBezTo>
                    <a:pt x="4694" y="17598"/>
                    <a:pt x="4688" y="17642"/>
                    <a:pt x="4688" y="17687"/>
                  </a:cubicBezTo>
                  <a:cubicBezTo>
                    <a:pt x="4688" y="17694"/>
                    <a:pt x="4688" y="17702"/>
                    <a:pt x="4688" y="17709"/>
                  </a:cubicBezTo>
                  <a:lnTo>
                    <a:pt x="2177" y="18922"/>
                  </a:lnTo>
                  <a:cubicBezTo>
                    <a:pt x="2163" y="18774"/>
                    <a:pt x="2114" y="18663"/>
                    <a:pt x="2054" y="18663"/>
                  </a:cubicBezTo>
                  <a:cubicBezTo>
                    <a:pt x="2034" y="18663"/>
                    <a:pt x="2015" y="18678"/>
                    <a:pt x="1996" y="18700"/>
                  </a:cubicBezTo>
                  <a:lnTo>
                    <a:pt x="22" y="12642"/>
                  </a:lnTo>
                  <a:lnTo>
                    <a:pt x="0" y="12694"/>
                  </a:lnTo>
                  <a:lnTo>
                    <a:pt x="1971" y="18745"/>
                  </a:lnTo>
                  <a:cubicBezTo>
                    <a:pt x="1941" y="18811"/>
                    <a:pt x="1925" y="18900"/>
                    <a:pt x="1925" y="19011"/>
                  </a:cubicBezTo>
                  <a:cubicBezTo>
                    <a:pt x="1925" y="19203"/>
                    <a:pt x="1982" y="19351"/>
                    <a:pt x="2051" y="19351"/>
                  </a:cubicBezTo>
                  <a:cubicBezTo>
                    <a:pt x="2119" y="19351"/>
                    <a:pt x="2177" y="19196"/>
                    <a:pt x="2177" y="19011"/>
                  </a:cubicBezTo>
                  <a:cubicBezTo>
                    <a:pt x="2177" y="19004"/>
                    <a:pt x="2177" y="19004"/>
                    <a:pt x="2177" y="18996"/>
                  </a:cubicBezTo>
                  <a:lnTo>
                    <a:pt x="4688" y="17783"/>
                  </a:lnTo>
                  <a:cubicBezTo>
                    <a:pt x="4705" y="17924"/>
                    <a:pt x="4752" y="18027"/>
                    <a:pt x="4809" y="18027"/>
                  </a:cubicBezTo>
                  <a:cubicBezTo>
                    <a:pt x="4869" y="18027"/>
                    <a:pt x="4919" y="17916"/>
                    <a:pt x="4933" y="17768"/>
                  </a:cubicBezTo>
                  <a:lnTo>
                    <a:pt x="14649" y="21252"/>
                  </a:lnTo>
                  <a:cubicBezTo>
                    <a:pt x="14649" y="21252"/>
                    <a:pt x="14649" y="21260"/>
                    <a:pt x="14649" y="21260"/>
                  </a:cubicBezTo>
                  <a:cubicBezTo>
                    <a:pt x="14649" y="21452"/>
                    <a:pt x="14707" y="21600"/>
                    <a:pt x="14776" y="21600"/>
                  </a:cubicBezTo>
                  <a:cubicBezTo>
                    <a:pt x="14844" y="21600"/>
                    <a:pt x="14902" y="21445"/>
                    <a:pt x="14902" y="21260"/>
                  </a:cubicBezTo>
                  <a:cubicBezTo>
                    <a:pt x="14902" y="21171"/>
                    <a:pt x="14888" y="21090"/>
                    <a:pt x="14866" y="21023"/>
                  </a:cubicBezTo>
                  <a:lnTo>
                    <a:pt x="21600" y="52"/>
                  </a:lnTo>
                  <a:close/>
                  <a:moveTo>
                    <a:pt x="14351" y="11717"/>
                  </a:moveTo>
                  <a:cubicBezTo>
                    <a:pt x="14351" y="11732"/>
                    <a:pt x="14348" y="11747"/>
                    <a:pt x="14348" y="11762"/>
                  </a:cubicBezTo>
                  <a:cubicBezTo>
                    <a:pt x="14348" y="11939"/>
                    <a:pt x="14397" y="12080"/>
                    <a:pt x="14460" y="12102"/>
                  </a:cubicBezTo>
                  <a:lnTo>
                    <a:pt x="14759" y="20934"/>
                  </a:lnTo>
                  <a:cubicBezTo>
                    <a:pt x="14751" y="20942"/>
                    <a:pt x="14743" y="20949"/>
                    <a:pt x="14735" y="20956"/>
                  </a:cubicBezTo>
                  <a:lnTo>
                    <a:pt x="12547" y="10563"/>
                  </a:lnTo>
                  <a:cubicBezTo>
                    <a:pt x="12560" y="10526"/>
                    <a:pt x="12571" y="10482"/>
                    <a:pt x="12579" y="10430"/>
                  </a:cubicBezTo>
                  <a:lnTo>
                    <a:pt x="14351" y="11717"/>
                  </a:lnTo>
                  <a:close/>
                  <a:moveTo>
                    <a:pt x="12346" y="10149"/>
                  </a:moveTo>
                  <a:cubicBezTo>
                    <a:pt x="12338" y="10193"/>
                    <a:pt x="12333" y="10253"/>
                    <a:pt x="12333" y="10304"/>
                  </a:cubicBezTo>
                  <a:cubicBezTo>
                    <a:pt x="12333" y="10341"/>
                    <a:pt x="12335" y="10378"/>
                    <a:pt x="12338" y="10408"/>
                  </a:cubicBezTo>
                  <a:lnTo>
                    <a:pt x="4930" y="17539"/>
                  </a:lnTo>
                  <a:cubicBezTo>
                    <a:pt x="4924" y="17509"/>
                    <a:pt x="4919" y="17487"/>
                    <a:pt x="4913" y="17465"/>
                  </a:cubicBezTo>
                  <a:lnTo>
                    <a:pt x="9141" y="5363"/>
                  </a:lnTo>
                  <a:cubicBezTo>
                    <a:pt x="9163" y="5415"/>
                    <a:pt x="9193" y="5452"/>
                    <a:pt x="9226" y="5452"/>
                  </a:cubicBezTo>
                  <a:cubicBezTo>
                    <a:pt x="9265" y="5452"/>
                    <a:pt x="9300" y="5400"/>
                    <a:pt x="9322" y="5326"/>
                  </a:cubicBezTo>
                  <a:lnTo>
                    <a:pt x="12346" y="10149"/>
                  </a:lnTo>
                  <a:close/>
                  <a:moveTo>
                    <a:pt x="4943" y="17694"/>
                  </a:moveTo>
                  <a:cubicBezTo>
                    <a:pt x="4943" y="17694"/>
                    <a:pt x="4943" y="17687"/>
                    <a:pt x="4943" y="17687"/>
                  </a:cubicBezTo>
                  <a:cubicBezTo>
                    <a:pt x="4943" y="17657"/>
                    <a:pt x="4941" y="17635"/>
                    <a:pt x="4941" y="17605"/>
                  </a:cubicBezTo>
                  <a:lnTo>
                    <a:pt x="12352" y="10475"/>
                  </a:lnTo>
                  <a:cubicBezTo>
                    <a:pt x="12374" y="10578"/>
                    <a:pt x="12415" y="10645"/>
                    <a:pt x="12462" y="10645"/>
                  </a:cubicBezTo>
                  <a:cubicBezTo>
                    <a:pt x="12486" y="10645"/>
                    <a:pt x="12508" y="10630"/>
                    <a:pt x="12525" y="10593"/>
                  </a:cubicBezTo>
                  <a:lnTo>
                    <a:pt x="14710" y="20979"/>
                  </a:lnTo>
                  <a:cubicBezTo>
                    <a:pt x="14685" y="21023"/>
                    <a:pt x="14669" y="21097"/>
                    <a:pt x="14660" y="21178"/>
                  </a:cubicBezTo>
                  <a:lnTo>
                    <a:pt x="4943" y="17694"/>
                  </a:ln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8" name="Title 1"/>
          <p:cNvSpPr>
            <a:spLocks noGrp="1"/>
          </p:cNvSpPr>
          <p:nvPr>
            <p:ph type="title"/>
          </p:nvPr>
        </p:nvSpPr>
        <p:spPr bwMode="auto">
          <a:xfrm>
            <a:off x="831849" y="3670688"/>
            <a:ext cx="10515600" cy="1173444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9" y="4871121"/>
            <a:ext cx="10515600" cy="854074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38199" y="6356349"/>
            <a:ext cx="2743200" cy="365124"/>
          </a:xfrm>
        </p:spPr>
        <p:txBody>
          <a:bodyPr/>
          <a:lstStyle/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038599" y="6356349"/>
            <a:ext cx="4114800" cy="365124"/>
          </a:xfrm>
        </p:spPr>
        <p:txBody>
          <a:bodyPr/>
          <a:lstStyle/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8610599" y="6356349"/>
            <a:ext cx="2743200" cy="365124"/>
          </a:xfrm>
        </p:spPr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sp>
        <p:nvSpPr>
          <p:cNvPr id="15" name="Picture Placeholder 15"/>
          <p:cNvSpPr>
            <a:spLocks noGrp="1"/>
          </p:cNvSpPr>
          <p:nvPr>
            <p:ph type="pic" sz="quarter" idx="13"/>
          </p:nvPr>
        </p:nvSpPr>
        <p:spPr bwMode="auto">
          <a:xfrm>
            <a:off x="10408783" y="652439"/>
            <a:ext cx="1333499" cy="1333499"/>
          </a:xfrm>
          <a:prstGeom prst="ellipse">
            <a:avLst/>
          </a:prstGeom>
          <a:solidFill>
            <a:schemeClr val="accent6"/>
          </a:solidFill>
        </p:spPr>
        <p:txBody>
          <a:bodyPr>
            <a:normAutofit/>
          </a:bodyPr>
          <a:lstStyle>
            <a:lvl1pPr>
              <a:defRPr sz="1400"/>
            </a:lvl1pPr>
          </a:lstStyle>
          <a:p>
            <a:pPr>
              <a:defRPr/>
            </a:pPr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0224633" y="2049439"/>
            <a:ext cx="1701799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>
              <a:defRPr/>
            </a:pPr>
            <a:r>
              <a:rPr lang="en-US"/>
              <a:t>Name</a:t>
            </a:r>
            <a:endParaRPr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10224633" y="2279367"/>
            <a:ext cx="1701799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>
              <a:defRPr/>
            </a:pPr>
            <a:r>
              <a:rPr lang="en-US"/>
              <a:t>Mobile / email</a:t>
            </a:r>
            <a:endParaRPr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0224633" y="2509292"/>
            <a:ext cx="1701799" cy="22860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>
              <a:defRPr/>
            </a:pPr>
            <a:r>
              <a:rPr lang="en-US"/>
              <a:t>Company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olor and Typograph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88" name="Text Placeholder 2"/>
          <p:cNvSpPr>
            <a:spLocks noGrp="1"/>
          </p:cNvSpPr>
          <p:nvPr>
            <p:ph type="body" sz="quarter" idx="10"/>
          </p:nvPr>
        </p:nvSpPr>
        <p:spPr bwMode="auto">
          <a:xfrm>
            <a:off x="838198" y="3709149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>
                <a:latin typeface="+mj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ts val="0"/>
              </a:spcBef>
              <a:defRPr/>
            </a:pPr>
            <a:r>
              <a:rPr lang="es-ES"/>
              <a:t>Haga clic para modificar los estilos de texto del patrón</a:t>
            </a:r>
            <a:endParaRPr/>
          </a:p>
        </p:txBody>
      </p:sp>
      <p:sp>
        <p:nvSpPr>
          <p:cNvPr id="89" name="TextBox 88"/>
          <p:cNvSpPr txBox="1"/>
          <p:nvPr userDrawn="1"/>
        </p:nvSpPr>
        <p:spPr bwMode="auto">
          <a:xfrm>
            <a:off x="4677205" y="4033185"/>
            <a:ext cx="2435281" cy="2646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16600">
                <a:solidFill>
                  <a:schemeClr val="bg1"/>
                </a:solidFill>
              </a:rPr>
              <a:t>Aa</a:t>
            </a:r>
            <a:endParaRPr/>
          </a:p>
        </p:txBody>
      </p:sp>
      <p:sp>
        <p:nvSpPr>
          <p:cNvPr id="90" name="Text Placeholder 7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677205" y="6124725"/>
            <a:ext cx="2394180" cy="56499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>
              <a:defRPr/>
            </a:pPr>
            <a:r>
              <a:rPr lang="en-US"/>
              <a:t>Font name</a:t>
            </a:r>
            <a:endParaRPr/>
          </a:p>
        </p:txBody>
      </p:sp>
      <p:sp>
        <p:nvSpPr>
          <p:cNvPr id="91" name="TextBox 90"/>
          <p:cNvSpPr txBox="1"/>
          <p:nvPr userDrawn="1"/>
        </p:nvSpPr>
        <p:spPr bwMode="auto">
          <a:xfrm>
            <a:off x="7664715" y="4033185"/>
            <a:ext cx="2435281" cy="2646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16600">
                <a:solidFill>
                  <a:schemeClr val="bg1"/>
                </a:solidFill>
                <a:latin typeface="+mj-lt"/>
              </a:rPr>
              <a:t>Aa</a:t>
            </a:r>
            <a:endParaRPr/>
          </a:p>
        </p:txBody>
      </p:sp>
      <p:sp>
        <p:nvSpPr>
          <p:cNvPr id="92" name="Text Placeholder 7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664715" y="6124725"/>
            <a:ext cx="2394180" cy="564998"/>
          </a:xfrm>
        </p:spPr>
        <p:txBody>
          <a:bodyPr anchor="ctr"/>
          <a:lstStyle>
            <a:lvl1pPr marL="0" indent="0" algn="ctr">
              <a:buNone/>
              <a:defRPr>
                <a:latin typeface="Calibri Light"/>
                <a:cs typeface="Calibri Light"/>
              </a:defRPr>
            </a:lvl1pPr>
          </a:lstStyle>
          <a:p>
            <a:pPr lvl="0">
              <a:defRPr/>
            </a:pPr>
            <a:r>
              <a:rPr lang="en-US"/>
              <a:t>Font name</a:t>
            </a:r>
            <a:endParaRPr/>
          </a:p>
        </p:txBody>
      </p:sp>
      <p:grpSp>
        <p:nvGrpSpPr>
          <p:cNvPr id="72" name="Group 71"/>
          <p:cNvGrpSpPr/>
          <p:nvPr userDrawn="1"/>
        </p:nvGrpSpPr>
        <p:grpSpPr bwMode="auto">
          <a:xfrm>
            <a:off x="838198" y="1830762"/>
            <a:ext cx="10515601" cy="1741126"/>
            <a:chOff x="838197" y="7053491"/>
            <a:chExt cx="10515601" cy="1741126"/>
          </a:xfrm>
        </p:grpSpPr>
        <p:sp>
          <p:nvSpPr>
            <p:cNvPr id="73" name="Rectangle 72"/>
            <p:cNvSpPr/>
            <p:nvPr userDrawn="1"/>
          </p:nvSpPr>
          <p:spPr bwMode="auto">
            <a:xfrm>
              <a:off x="838197" y="7053491"/>
              <a:ext cx="894312" cy="1741126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4" name="Rectangle 73"/>
            <p:cNvSpPr/>
            <p:nvPr userDrawn="1"/>
          </p:nvSpPr>
          <p:spPr bwMode="auto">
            <a:xfrm>
              <a:off x="838197" y="7053491"/>
              <a:ext cx="894312" cy="155130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5" name="Rectangle 74"/>
            <p:cNvSpPr/>
            <p:nvPr userDrawn="1"/>
          </p:nvSpPr>
          <p:spPr bwMode="auto">
            <a:xfrm>
              <a:off x="838197" y="7053491"/>
              <a:ext cx="894312" cy="136148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6" name="Rectangle 75"/>
            <p:cNvSpPr/>
            <p:nvPr userDrawn="1"/>
          </p:nvSpPr>
          <p:spPr bwMode="auto">
            <a:xfrm>
              <a:off x="838197" y="7053491"/>
              <a:ext cx="894312" cy="117166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7" name="Rectangle 76"/>
            <p:cNvSpPr/>
            <p:nvPr userDrawn="1"/>
          </p:nvSpPr>
          <p:spPr bwMode="auto">
            <a:xfrm>
              <a:off x="838197" y="7053491"/>
              <a:ext cx="894312" cy="981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8" name="Rectangle 77"/>
            <p:cNvSpPr/>
            <p:nvPr userDrawn="1"/>
          </p:nvSpPr>
          <p:spPr bwMode="auto">
            <a:xfrm>
              <a:off x="838198" y="7053491"/>
              <a:ext cx="894312" cy="7882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9" name="Rectangle 78"/>
            <p:cNvSpPr/>
            <p:nvPr userDrawn="1"/>
          </p:nvSpPr>
          <p:spPr bwMode="auto">
            <a:xfrm>
              <a:off x="1907229" y="7053491"/>
              <a:ext cx="894312" cy="1741126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0" name="Rectangle 79"/>
            <p:cNvSpPr/>
            <p:nvPr userDrawn="1"/>
          </p:nvSpPr>
          <p:spPr bwMode="auto">
            <a:xfrm>
              <a:off x="1907229" y="7053491"/>
              <a:ext cx="894312" cy="1551306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1" name="Rectangle 80"/>
            <p:cNvSpPr/>
            <p:nvPr userDrawn="1"/>
          </p:nvSpPr>
          <p:spPr bwMode="auto">
            <a:xfrm>
              <a:off x="1907229" y="7053491"/>
              <a:ext cx="894312" cy="136148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2" name="Rectangle 81"/>
            <p:cNvSpPr/>
            <p:nvPr userDrawn="1"/>
          </p:nvSpPr>
          <p:spPr bwMode="auto">
            <a:xfrm>
              <a:off x="1907229" y="7053491"/>
              <a:ext cx="894312" cy="117166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3" name="Rectangle 82"/>
            <p:cNvSpPr/>
            <p:nvPr userDrawn="1"/>
          </p:nvSpPr>
          <p:spPr bwMode="auto">
            <a:xfrm>
              <a:off x="1907229" y="7053491"/>
              <a:ext cx="894312" cy="981846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4" name="Rectangle 83"/>
            <p:cNvSpPr/>
            <p:nvPr userDrawn="1"/>
          </p:nvSpPr>
          <p:spPr bwMode="auto">
            <a:xfrm>
              <a:off x="1907230" y="7053491"/>
              <a:ext cx="894312" cy="78825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5" name="Rectangle 84"/>
            <p:cNvSpPr/>
            <p:nvPr userDrawn="1"/>
          </p:nvSpPr>
          <p:spPr bwMode="auto">
            <a:xfrm>
              <a:off x="2976261" y="7053491"/>
              <a:ext cx="894312" cy="1741126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6" name="Rectangle 85"/>
            <p:cNvSpPr/>
            <p:nvPr userDrawn="1"/>
          </p:nvSpPr>
          <p:spPr bwMode="auto">
            <a:xfrm>
              <a:off x="2976261" y="7053491"/>
              <a:ext cx="894312" cy="155130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7" name="Rectangle 86"/>
            <p:cNvSpPr/>
            <p:nvPr userDrawn="1"/>
          </p:nvSpPr>
          <p:spPr bwMode="auto">
            <a:xfrm>
              <a:off x="2976261" y="7053491"/>
              <a:ext cx="894312" cy="136148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3" name="Rectangle 92"/>
            <p:cNvSpPr/>
            <p:nvPr userDrawn="1"/>
          </p:nvSpPr>
          <p:spPr bwMode="auto">
            <a:xfrm>
              <a:off x="2976261" y="7053491"/>
              <a:ext cx="894312" cy="117166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4" name="Rectangle 93"/>
            <p:cNvSpPr/>
            <p:nvPr userDrawn="1"/>
          </p:nvSpPr>
          <p:spPr bwMode="auto">
            <a:xfrm>
              <a:off x="2976261" y="7053491"/>
              <a:ext cx="894312" cy="9818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5" name="Rectangle 94"/>
            <p:cNvSpPr/>
            <p:nvPr userDrawn="1"/>
          </p:nvSpPr>
          <p:spPr bwMode="auto">
            <a:xfrm>
              <a:off x="2976262" y="7053491"/>
              <a:ext cx="894312" cy="78825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6" name="Rectangle 95"/>
            <p:cNvSpPr/>
            <p:nvPr userDrawn="1"/>
          </p:nvSpPr>
          <p:spPr bwMode="auto">
            <a:xfrm>
              <a:off x="4045293" y="7053491"/>
              <a:ext cx="894312" cy="1741126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7" name="Rectangle 96"/>
            <p:cNvSpPr/>
            <p:nvPr userDrawn="1"/>
          </p:nvSpPr>
          <p:spPr bwMode="auto">
            <a:xfrm>
              <a:off x="4045293" y="7053491"/>
              <a:ext cx="894312" cy="1551306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8" name="Rectangle 97"/>
            <p:cNvSpPr/>
            <p:nvPr userDrawn="1"/>
          </p:nvSpPr>
          <p:spPr bwMode="auto">
            <a:xfrm>
              <a:off x="4045293" y="7053491"/>
              <a:ext cx="894312" cy="1361485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99" name="Rectangle 98"/>
            <p:cNvSpPr/>
            <p:nvPr userDrawn="1"/>
          </p:nvSpPr>
          <p:spPr bwMode="auto">
            <a:xfrm>
              <a:off x="4045293" y="7053491"/>
              <a:ext cx="894312" cy="1171665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0" name="Rectangle 99"/>
            <p:cNvSpPr/>
            <p:nvPr userDrawn="1"/>
          </p:nvSpPr>
          <p:spPr bwMode="auto">
            <a:xfrm>
              <a:off x="4045293" y="7053491"/>
              <a:ext cx="894312" cy="98184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1" name="Rectangle 100"/>
            <p:cNvSpPr/>
            <p:nvPr userDrawn="1"/>
          </p:nvSpPr>
          <p:spPr bwMode="auto">
            <a:xfrm>
              <a:off x="4045294" y="7053491"/>
              <a:ext cx="894312" cy="78825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2" name="Rectangle 101"/>
            <p:cNvSpPr/>
            <p:nvPr userDrawn="1"/>
          </p:nvSpPr>
          <p:spPr bwMode="auto">
            <a:xfrm>
              <a:off x="5114325" y="7053491"/>
              <a:ext cx="894312" cy="174112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3" name="Rectangle 102"/>
            <p:cNvSpPr/>
            <p:nvPr userDrawn="1"/>
          </p:nvSpPr>
          <p:spPr bwMode="auto">
            <a:xfrm>
              <a:off x="5114325" y="7053491"/>
              <a:ext cx="894312" cy="155130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4" name="Rectangle 103"/>
            <p:cNvSpPr/>
            <p:nvPr userDrawn="1"/>
          </p:nvSpPr>
          <p:spPr bwMode="auto">
            <a:xfrm>
              <a:off x="5114325" y="7053491"/>
              <a:ext cx="894312" cy="136148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5" name="Rectangle 104"/>
            <p:cNvSpPr/>
            <p:nvPr userDrawn="1"/>
          </p:nvSpPr>
          <p:spPr bwMode="auto">
            <a:xfrm>
              <a:off x="5114325" y="7053491"/>
              <a:ext cx="894312" cy="117166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6" name="Rectangle 105"/>
            <p:cNvSpPr/>
            <p:nvPr userDrawn="1"/>
          </p:nvSpPr>
          <p:spPr bwMode="auto">
            <a:xfrm>
              <a:off x="5114325" y="7053491"/>
              <a:ext cx="894312" cy="98184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7" name="Rectangle 106"/>
            <p:cNvSpPr/>
            <p:nvPr userDrawn="1"/>
          </p:nvSpPr>
          <p:spPr bwMode="auto">
            <a:xfrm>
              <a:off x="5114326" y="7053491"/>
              <a:ext cx="894312" cy="7882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8" name="Rectangle 107"/>
            <p:cNvSpPr/>
            <p:nvPr userDrawn="1"/>
          </p:nvSpPr>
          <p:spPr bwMode="auto">
            <a:xfrm>
              <a:off x="6183357" y="7053491"/>
              <a:ext cx="894312" cy="174112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09" name="Rectangle 108"/>
            <p:cNvSpPr/>
            <p:nvPr userDrawn="1"/>
          </p:nvSpPr>
          <p:spPr bwMode="auto">
            <a:xfrm>
              <a:off x="6183357" y="7053491"/>
              <a:ext cx="894312" cy="1551306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0" name="Rectangle 109"/>
            <p:cNvSpPr/>
            <p:nvPr userDrawn="1"/>
          </p:nvSpPr>
          <p:spPr bwMode="auto">
            <a:xfrm>
              <a:off x="6183357" y="7053491"/>
              <a:ext cx="894312" cy="136148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1" name="Rectangle 110"/>
            <p:cNvSpPr/>
            <p:nvPr userDrawn="1"/>
          </p:nvSpPr>
          <p:spPr bwMode="auto">
            <a:xfrm>
              <a:off x="6183357" y="7053491"/>
              <a:ext cx="894312" cy="117166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2" name="Rectangle 111"/>
            <p:cNvSpPr/>
            <p:nvPr userDrawn="1"/>
          </p:nvSpPr>
          <p:spPr bwMode="auto">
            <a:xfrm>
              <a:off x="6183357" y="7053491"/>
              <a:ext cx="894312" cy="9818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3" name="Rectangle 112"/>
            <p:cNvSpPr/>
            <p:nvPr userDrawn="1"/>
          </p:nvSpPr>
          <p:spPr bwMode="auto">
            <a:xfrm>
              <a:off x="6183358" y="7053491"/>
              <a:ext cx="894312" cy="78825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4" name="Rectangle 113"/>
            <p:cNvSpPr/>
            <p:nvPr userDrawn="1"/>
          </p:nvSpPr>
          <p:spPr bwMode="auto">
            <a:xfrm>
              <a:off x="7252389" y="7053491"/>
              <a:ext cx="894312" cy="1741126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5" name="Rectangle 114"/>
            <p:cNvSpPr/>
            <p:nvPr userDrawn="1"/>
          </p:nvSpPr>
          <p:spPr bwMode="auto">
            <a:xfrm>
              <a:off x="7252389" y="7053491"/>
              <a:ext cx="894312" cy="155130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6" name="Rectangle 115"/>
            <p:cNvSpPr/>
            <p:nvPr userDrawn="1"/>
          </p:nvSpPr>
          <p:spPr bwMode="auto">
            <a:xfrm>
              <a:off x="7252389" y="7053491"/>
              <a:ext cx="894312" cy="1361485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7" name="Rectangle 116"/>
            <p:cNvSpPr/>
            <p:nvPr userDrawn="1"/>
          </p:nvSpPr>
          <p:spPr bwMode="auto">
            <a:xfrm>
              <a:off x="7252389" y="7053491"/>
              <a:ext cx="894312" cy="117166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8" name="Rectangle 117"/>
            <p:cNvSpPr/>
            <p:nvPr userDrawn="1"/>
          </p:nvSpPr>
          <p:spPr bwMode="auto">
            <a:xfrm>
              <a:off x="7252389" y="7053491"/>
              <a:ext cx="894312" cy="98184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9" name="Rectangle 118"/>
            <p:cNvSpPr/>
            <p:nvPr userDrawn="1"/>
          </p:nvSpPr>
          <p:spPr bwMode="auto">
            <a:xfrm>
              <a:off x="7252390" y="7053491"/>
              <a:ext cx="894312" cy="78825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0" name="Rectangle 119"/>
            <p:cNvSpPr/>
            <p:nvPr userDrawn="1"/>
          </p:nvSpPr>
          <p:spPr bwMode="auto">
            <a:xfrm>
              <a:off x="8321421" y="7053491"/>
              <a:ext cx="894312" cy="1741126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1" name="Rectangle 120"/>
            <p:cNvSpPr/>
            <p:nvPr userDrawn="1"/>
          </p:nvSpPr>
          <p:spPr bwMode="auto">
            <a:xfrm>
              <a:off x="8321421" y="7053491"/>
              <a:ext cx="894312" cy="155130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2" name="Rectangle 121"/>
            <p:cNvSpPr/>
            <p:nvPr userDrawn="1"/>
          </p:nvSpPr>
          <p:spPr bwMode="auto">
            <a:xfrm>
              <a:off x="8321421" y="7053491"/>
              <a:ext cx="894312" cy="136148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3" name="Rectangle 122"/>
            <p:cNvSpPr/>
            <p:nvPr userDrawn="1"/>
          </p:nvSpPr>
          <p:spPr bwMode="auto">
            <a:xfrm>
              <a:off x="8321421" y="7053491"/>
              <a:ext cx="894312" cy="117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4" name="Rectangle 123"/>
            <p:cNvSpPr/>
            <p:nvPr userDrawn="1"/>
          </p:nvSpPr>
          <p:spPr bwMode="auto">
            <a:xfrm>
              <a:off x="8321421" y="7053491"/>
              <a:ext cx="894312" cy="9818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5" name="Rectangle 124"/>
            <p:cNvSpPr/>
            <p:nvPr userDrawn="1"/>
          </p:nvSpPr>
          <p:spPr bwMode="auto">
            <a:xfrm>
              <a:off x="8321422" y="7053491"/>
              <a:ext cx="894312" cy="7882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6" name="Rectangle 125"/>
            <p:cNvSpPr/>
            <p:nvPr userDrawn="1"/>
          </p:nvSpPr>
          <p:spPr bwMode="auto">
            <a:xfrm>
              <a:off x="9390453" y="7053491"/>
              <a:ext cx="894312" cy="174112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7" name="Rectangle 126"/>
            <p:cNvSpPr/>
            <p:nvPr userDrawn="1"/>
          </p:nvSpPr>
          <p:spPr bwMode="auto">
            <a:xfrm>
              <a:off x="9390453" y="7053491"/>
              <a:ext cx="894312" cy="1551306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8" name="Rectangle 127"/>
            <p:cNvSpPr/>
            <p:nvPr userDrawn="1"/>
          </p:nvSpPr>
          <p:spPr bwMode="auto">
            <a:xfrm>
              <a:off x="9390453" y="7053491"/>
              <a:ext cx="894312" cy="136148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29" name="Rectangle 128"/>
            <p:cNvSpPr/>
            <p:nvPr userDrawn="1"/>
          </p:nvSpPr>
          <p:spPr bwMode="auto">
            <a:xfrm>
              <a:off x="9390453" y="7053491"/>
              <a:ext cx="894312" cy="117166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0" name="Rectangle 129"/>
            <p:cNvSpPr/>
            <p:nvPr userDrawn="1"/>
          </p:nvSpPr>
          <p:spPr bwMode="auto">
            <a:xfrm>
              <a:off x="9390453" y="7053491"/>
              <a:ext cx="894312" cy="98184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1" name="Rectangle 130"/>
            <p:cNvSpPr/>
            <p:nvPr userDrawn="1"/>
          </p:nvSpPr>
          <p:spPr bwMode="auto">
            <a:xfrm>
              <a:off x="9390454" y="7053491"/>
              <a:ext cx="894312" cy="78825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2" name="Rectangle 131"/>
            <p:cNvSpPr/>
            <p:nvPr userDrawn="1"/>
          </p:nvSpPr>
          <p:spPr bwMode="auto">
            <a:xfrm>
              <a:off x="10459486" y="7053491"/>
              <a:ext cx="894312" cy="1741126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3" name="Rectangle 132"/>
            <p:cNvSpPr/>
            <p:nvPr userDrawn="1"/>
          </p:nvSpPr>
          <p:spPr bwMode="auto">
            <a:xfrm>
              <a:off x="10459486" y="7053491"/>
              <a:ext cx="894312" cy="1551306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4" name="Rectangle 133"/>
            <p:cNvSpPr/>
            <p:nvPr userDrawn="1"/>
          </p:nvSpPr>
          <p:spPr bwMode="auto">
            <a:xfrm>
              <a:off x="10459486" y="7053491"/>
              <a:ext cx="894312" cy="136148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5" name="Rectangle 134"/>
            <p:cNvSpPr/>
            <p:nvPr userDrawn="1"/>
          </p:nvSpPr>
          <p:spPr bwMode="auto">
            <a:xfrm>
              <a:off x="10459486" y="7053491"/>
              <a:ext cx="894312" cy="11716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6" name="Rectangle 135"/>
            <p:cNvSpPr/>
            <p:nvPr userDrawn="1"/>
          </p:nvSpPr>
          <p:spPr bwMode="auto">
            <a:xfrm>
              <a:off x="10459486" y="7053491"/>
              <a:ext cx="894312" cy="98184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37" name="Rectangle 136"/>
            <p:cNvSpPr/>
            <p:nvPr userDrawn="1"/>
          </p:nvSpPr>
          <p:spPr bwMode="auto">
            <a:xfrm>
              <a:off x="10459487" y="7053491"/>
              <a:ext cx="894312" cy="78825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>
                <a:defRPr sz="18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685800">
                <a:defRPr/>
              </a:pPr>
              <a:endParaRPr lang="en-US" sz="1350">
                <a:solidFill>
                  <a:srgbClr val="FFFFFF"/>
                </a:solidFill>
                <a:latin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iapositiva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hyperlink" Target="http://www.presentationgo.com/" TargetMode="Externa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gradFill>
          <a:gsLst>
            <a:gs pos="0">
              <a:schemeClr val="bg2">
                <a:lumMod val="25000"/>
              </a:schemeClr>
            </a:gs>
            <a:gs pos="100000">
              <a:schemeClr val="accent6">
                <a:lumMod val="50000"/>
              </a:schemeClr>
            </a:gs>
          </a:gsLst>
          <a:lin ang="0" scaled="0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Date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Your Footer Here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 bwMode="auto">
          <a:xfrm>
            <a:off x="-12700" y="7007225"/>
            <a:ext cx="1661031" cy="2616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100" b="0" i="0">
                <a:solidFill>
                  <a:schemeClr val="accent1"/>
                </a:solidFill>
                <a:latin typeface="Open Sans"/>
              </a:rPr>
              <a:t>© </a:t>
            </a:r>
            <a:r>
              <a:rPr lang="en-US" sz="1100" b="0" i="0" u="sng" strike="noStrike">
                <a:solidFill>
                  <a:schemeClr val="accent1"/>
                </a:solidFill>
                <a:latin typeface="Open Sans"/>
                <a:hlinkClick r:id="rId10" tooltip="PresentationGo!"/>
              </a:rPr>
              <a:t>presentationgo.com</a:t>
            </a:r>
            <a:endParaRPr lang="en-US" sz="1100">
              <a:solidFill>
                <a:schemeClr val="accent1"/>
              </a:solidFill>
              <a:latin typeface="Calibri"/>
            </a:endParaRPr>
          </a:p>
        </p:txBody>
      </p:sp>
      <p:grpSp>
        <p:nvGrpSpPr>
          <p:cNvPr id="8" name="Group 7"/>
          <p:cNvGrpSpPr/>
          <p:nvPr userDrawn="1"/>
        </p:nvGrpSpPr>
        <p:grpSpPr bwMode="auto">
          <a:xfrm>
            <a:off x="-1654907" y="-16653"/>
            <a:ext cx="1569182" cy="612144"/>
            <a:chOff x="-2096382" y="21447"/>
            <a:chExt cx="1569182" cy="612144"/>
          </a:xfrm>
        </p:grpSpPr>
        <p:sp>
          <p:nvSpPr>
            <p:cNvPr id="9" name="TextBox 8"/>
            <p:cNvSpPr txBox="1"/>
            <p:nvPr userDrawn="1"/>
          </p:nvSpPr>
          <p:spPr bwMode="auto">
            <a:xfrm>
              <a:off x="-2096382" y="21447"/>
              <a:ext cx="365805" cy="246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000">
                  <a:latin typeface="Open Sans"/>
                  <a:ea typeface="Open Sans"/>
                  <a:cs typeface="Open Sans"/>
                </a:rPr>
                <a:t>By:</a:t>
              </a:r>
              <a:endParaRPr/>
            </a:p>
          </p:txBody>
        </p:sp>
        <p:sp>
          <p:nvSpPr>
            <p:cNvPr id="10" name="TextBox 9"/>
            <p:cNvSpPr txBox="1"/>
            <p:nvPr userDrawn="1"/>
          </p:nvSpPr>
          <p:spPr bwMode="auto">
            <a:xfrm>
              <a:off x="-1002009" y="387369"/>
              <a:ext cx="474809" cy="246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1000">
                  <a:latin typeface="Open Sans"/>
                  <a:ea typeface="Open Sans"/>
                  <a:cs typeface="Open Sans"/>
                </a:rPr>
                <a:t>.com</a:t>
              </a:r>
              <a:endParaRPr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>
            <a:blip r:embed="rId11"/>
            <a:stretch/>
          </p:blipFill>
          <p:spPr bwMode="auto">
            <a:xfrm>
              <a:off x="-2018603" y="234546"/>
              <a:ext cx="1405251" cy="185943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1" ftr="1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spcAft>
          <a:spcPts val="1200"/>
        </a:spcAft>
        <a:buFont typeface="Arial"/>
        <a:buChar char="•"/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spcAft>
          <a:spcPts val="1200"/>
        </a:spcAft>
        <a:buFont typeface="Arial"/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spcAft>
          <a:spcPts val="1200"/>
        </a:spcAft>
        <a:buFont typeface="Arial"/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spcAft>
          <a:spcPts val="1200"/>
        </a:spcAft>
        <a:buFont typeface="Arial"/>
        <a:buChar char="•"/>
        <a:defRPr sz="18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spcAft>
          <a:spcPts val="1200"/>
        </a:spcAft>
        <a:buFont typeface="Arial"/>
        <a:buChar char="•"/>
        <a:defRPr sz="18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15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86047" y="3266249"/>
            <a:ext cx="4017884" cy="153767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 sz="3600"/>
              <a:t>Нейросетевая система сортировки пациентов на основе неструктурированных текстовых жалоб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86047" y="4872189"/>
            <a:ext cx="5512780" cy="123582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ru-RU" sz="1600"/>
              <a:t>Автор работы: Вишняков Ростислав Сергеевич</a:t>
            </a:r>
            <a:endParaRPr lang="ru-RU" sz="1600"/>
          </a:p>
          <a:p>
            <a:pPr>
              <a:defRPr/>
            </a:pPr>
            <a:r>
              <a:rPr lang="ru-RU" sz="1600"/>
              <a:t>Студент медико-профилактического факультета 203 группы</a:t>
            </a:r>
            <a:endParaRPr lang="ru-RU" sz="1600"/>
          </a:p>
          <a:p>
            <a:pPr>
              <a:defRPr/>
            </a:pPr>
            <a:r>
              <a:rPr lang="ru-RU" sz="1600"/>
              <a:t>Научный руководитель: Гончаров Виталий Викторович </a:t>
            </a:r>
            <a:endParaRPr lang="ru-RU" sz="1600"/>
          </a:p>
          <a:p>
            <a:pPr>
              <a:defRPr/>
            </a:pPr>
            <a:r>
              <a:rPr lang="ru-RU" sz="1600"/>
              <a:t>Доцент, кандидат химических наук</a:t>
            </a:r>
            <a:endParaRPr lang="ru-RU" sz="1600"/>
          </a:p>
        </p:txBody>
      </p:sp>
      <p:pic>
        <p:nvPicPr>
          <p:cNvPr id="53621554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9301458" y="0"/>
            <a:ext cx="3213333" cy="3213333"/>
          </a:xfrm>
          <a:prstGeom prst="rect">
            <a:avLst/>
          </a:prstGeom>
        </p:spPr>
      </p:pic>
      <p:pic>
        <p:nvPicPr>
          <p:cNvPr id="1387460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908124" y="5405377"/>
            <a:ext cx="1111895" cy="1305268"/>
          </a:xfrm>
          <a:prstGeom prst="rect">
            <a:avLst/>
          </a:prstGeom>
        </p:spPr>
      </p:pic>
      <p:sp>
        <p:nvSpPr>
          <p:cNvPr id="292057696" name=""/>
          <p:cNvSpPr txBox="1"/>
          <p:nvPr/>
        </p:nvSpPr>
        <p:spPr bwMode="auto">
          <a:xfrm flipH="0" flipV="0">
            <a:off x="4909374" y="6389687"/>
            <a:ext cx="313639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solidFill>
                  <a:schemeClr val="bg1"/>
                </a:solidFill>
              </a:rPr>
              <a:t>г. Нижний Новгород 2025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План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55000" lnSpcReduction="9000"/>
          </a:bodyPr>
          <a:lstStyle/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Актуальность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Цель исследования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Задачи исследования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Источники и данные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Техническая реализация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Архитектура нейростевой модели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Алгоритм работы системы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Использование в медицинской сфере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Преимущество подхода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Перспективы развития</a:t>
            </a:r>
            <a:endParaRPr lang="ru-RU" sz="3600"/>
          </a:p>
          <a:p>
            <a:pPr marL="394023" indent="-394023">
              <a:buFont typeface="Arial"/>
              <a:buAutoNum type="arabicPeriod"/>
              <a:defRPr/>
            </a:pPr>
            <a:r>
              <a:rPr lang="ru-RU" sz="3600"/>
              <a:t>Выводы и заключение</a:t>
            </a:r>
            <a:endParaRPr lang="ru-RU" sz="360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4119526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60"/>
            <a:ext cx="1369186" cy="16073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 flipH="0" flipV="0">
            <a:off x="185432" y="2098190"/>
            <a:ext cx="5078295" cy="1133474"/>
          </a:xfrm>
        </p:spPr>
        <p:txBody>
          <a:bodyPr/>
          <a:lstStyle/>
          <a:p>
            <a:pPr algn="ctr">
              <a:defRPr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 bwMode="auto">
          <a:xfrm flipH="0" flipV="0">
            <a:off x="185432" y="3377715"/>
            <a:ext cx="5078295" cy="169703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algn="ctr">
              <a:defRPr/>
            </a:pPr>
            <a:r>
              <a:rPr lang="ru-RU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В современном здравоохранении часто обращаются  с неструктурированными текстовыми жалобами, обработка которых занимает много времени и подвержена ошибкам. Использование нейросетей может значительно облегчить работу медицинского персонала.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75729603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460037" y="458569"/>
            <a:ext cx="4562038" cy="6080342"/>
          </a:xfrm>
          <a:prstGeom prst="flowChartAlternateProcess">
            <a:avLst/>
          </a:prstGeom>
        </p:spPr>
      </p:pic>
      <p:pic>
        <p:nvPicPr>
          <p:cNvPr id="940941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892302" y="3359"/>
            <a:ext cx="1219777" cy="1431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Цель исследования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ru-RU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Целью данной работы является разработка нейросетевой модели автоматической сортировки пациентов по профилю медицинского специалиста на основе неструктурированной текстовой жалобы</a:t>
            </a:r>
            <a:endParaRPr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106830928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59"/>
            <a:ext cx="1369185" cy="16073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 bwMode="auto">
          <a:xfrm flipH="0" flipV="0">
            <a:off x="262208" y="315749"/>
            <a:ext cx="5078295" cy="1978981"/>
          </a:xfrm>
        </p:spPr>
        <p:txBody>
          <a:bodyPr/>
          <a:lstStyle/>
          <a:p>
            <a:pPr>
              <a:defRPr/>
            </a:pPr>
            <a:r>
              <a:rPr lang="ru-RU"/>
              <a:t>Задачи исследования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 bwMode="auto">
          <a:xfrm flipH="0" flipV="0">
            <a:off x="262208" y="2751703"/>
            <a:ext cx="5078295" cy="360464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defRPr/>
            </a:pPr>
            <a:r>
              <a:rPr lang="ru-RU"/>
              <a:t>В рамках исследования были поставлены следующие задачи: 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проанализировать особенности медицинских неструктурированных текстовых жалоб;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сформировать датасет жалоб пациентов по различным медицинским направлениям;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Разработать архитектуру архитектуру нейросетевой модели для классификации текстов;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реализовать алгоритм предобработки и векторизации текста;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r>
              <a:rPr lang="ru-RU"/>
              <a:t>оценить качество модели и возможности её применения.</a:t>
            </a:r>
            <a:endParaRPr lang="ru-RU"/>
          </a:p>
          <a:p>
            <a:pPr marL="349965" indent="-349965">
              <a:buFont typeface="Arial"/>
              <a:buAutoNum type="arabicPeriod"/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133615285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690701" y="-2409"/>
            <a:ext cx="1369185" cy="1607306"/>
          </a:xfrm>
          <a:prstGeom prst="rect">
            <a:avLst/>
          </a:prstGeom>
        </p:spPr>
      </p:pic>
      <p:pic>
        <p:nvPicPr>
          <p:cNvPr id="6585904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66095" y="1774520"/>
            <a:ext cx="5193792" cy="4155033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Источники  и данные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838199" y="1825624"/>
            <a:ext cx="9865549" cy="281944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В качестве исходных данных использовались синтетические и учебные текстовые жалобы пациентов, сформированные с учётом реальных клинических ситуаций.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Также были использованы научные публикации по обработке естественного языка, машинному обучению и применению нейросетей в медицине.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Модель обучалась на размеченном датасете, где каждой жалобе соответствовал профиль медицинского специалиста.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2B7600-67E3-4D97-B453-880E2742B982}" type="slidenum">
              <a:rPr lang="en-US"/>
              <a:t/>
            </a:fld>
            <a:endParaRPr lang="en-US"/>
          </a:p>
        </p:txBody>
      </p:sp>
      <p:pic>
        <p:nvPicPr>
          <p:cNvPr id="210601251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59"/>
            <a:ext cx="1369185" cy="1607306"/>
          </a:xfrm>
          <a:prstGeom prst="rect">
            <a:avLst/>
          </a:prstGeom>
        </p:spPr>
      </p:pic>
      <p:pic>
        <p:nvPicPr>
          <p:cNvPr id="15121836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38199" y="4812389"/>
            <a:ext cx="4645068" cy="1726522"/>
          </a:xfrm>
          <a:prstGeom prst="flowChartAlternateProcess">
            <a:avLst/>
          </a:prstGeom>
        </p:spPr>
      </p:pic>
      <p:pic>
        <p:nvPicPr>
          <p:cNvPr id="47147007" name=""/>
          <p:cNvPicPr>
            <a:picLocks noChangeAspect="1"/>
          </p:cNvPicPr>
          <p:nvPr/>
        </p:nvPicPr>
        <p:blipFill>
          <a:blip r:embed="rId4"/>
          <a:srcRect l="0" t="7956" r="0" b="0"/>
          <a:stretch/>
        </p:blipFill>
        <p:spPr bwMode="auto">
          <a:xfrm flipH="0" flipV="0">
            <a:off x="6258060" y="4812389"/>
            <a:ext cx="4445689" cy="1669471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Техническая реализация</a:t>
            </a:r>
            <a:endParaRPr/>
          </a:p>
        </p:txBody>
      </p:sp>
      <p:sp>
        <p:nvSpPr>
          <p:cNvPr id="178921561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024945" y="6356349"/>
            <a:ext cx="1328853" cy="365124"/>
          </a:xfrm>
        </p:spPr>
        <p:txBody>
          <a:bodyPr/>
          <a:lstStyle/>
          <a:p>
            <a:pPr>
              <a:defRPr/>
            </a:pPr>
            <a:r>
              <a:rPr lang="ru-RU"/>
              <a:t>7</a:t>
            </a:r>
            <a:endParaRPr/>
          </a:p>
        </p:txBody>
      </p:sp>
      <p:pic>
        <p:nvPicPr>
          <p:cNvPr id="146722846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59"/>
            <a:ext cx="1369185" cy="1607306"/>
          </a:xfrm>
          <a:prstGeom prst="rect">
            <a:avLst/>
          </a:prstGeom>
        </p:spPr>
      </p:pic>
      <p:sp>
        <p:nvSpPr>
          <p:cNvPr id="155122801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226633" y="1825624"/>
            <a:ext cx="9031927" cy="271505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Система реализована с использованием языка программирования Python и библиотеки PyTorch.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 рамках проекта были реализованы: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токенизация и нормализация текста;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приведение жалоб к фиксированной длине;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обучение нейросетевой модели классификации.</a:t>
            </a:r>
            <a:endParaRPr/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Архитектура модели ориентирована на работу с короткими и средними текстами, характерными для первичных обращений пациентов.</a:t>
            </a:r>
            <a:endParaRPr/>
          </a:p>
        </p:txBody>
      </p:sp>
      <p:pic>
        <p:nvPicPr>
          <p:cNvPr id="7117245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48253" y="5064124"/>
            <a:ext cx="2805307" cy="1576686"/>
          </a:xfrm>
          <a:prstGeom prst="rect">
            <a:avLst/>
          </a:prstGeom>
        </p:spPr>
      </p:pic>
      <p:pic>
        <p:nvPicPr>
          <p:cNvPr id="12653554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8353561" y="5165569"/>
            <a:ext cx="2442308" cy="13737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2695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A6C9677-76CA-A80E-AC4B-248F0E3A0D5A}" type="slidenum">
              <a:rPr lang="en-US"/>
              <a:t/>
            </a:fld>
            <a:endParaRPr lang="en-US"/>
          </a:p>
        </p:txBody>
      </p:sp>
      <p:sp>
        <p:nvSpPr>
          <p:cNvPr id="15501383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453459" y="503031"/>
            <a:ext cx="5078295" cy="2413412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5000" lnSpcReduction="1000"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Архитектура нейросетевой модели</a:t>
            </a:r>
            <a:endParaRPr/>
          </a:p>
        </p:txBody>
      </p:sp>
      <p:sp>
        <p:nvSpPr>
          <p:cNvPr id="219290864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453459" y="3353321"/>
            <a:ext cx="5078295" cy="273632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Нейросетевая модель включает: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слой векторного представления слов;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последовательные скрытые слои для извлечения смысловых признаков;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06778" indent="-206778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выходной слой, формирующий вероятность принадлежности жалобы к конкретному медицинскому профилю.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Такая архитектура позволяет учитывать контекст и семантику текстовых данных.</a:t>
            </a:r>
            <a:endParaRPr/>
          </a:p>
        </p:txBody>
      </p:sp>
      <p:pic>
        <p:nvPicPr>
          <p:cNvPr id="60982814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03749" y="3359"/>
            <a:ext cx="1369185" cy="1607306"/>
          </a:xfrm>
          <a:prstGeom prst="rect">
            <a:avLst/>
          </a:prstGeom>
        </p:spPr>
      </p:pic>
      <p:pic>
        <p:nvPicPr>
          <p:cNvPr id="468231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501463" y="2870547"/>
            <a:ext cx="5571472" cy="2283390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805601" name="Title 1"/>
          <p:cNvSpPr>
            <a:spLocks noGrp="1"/>
          </p:cNvSpPr>
          <p:nvPr>
            <p:ph type="title"/>
          </p:nvPr>
        </p:nvSpPr>
        <p:spPr bwMode="auto">
          <a:xfrm>
            <a:off x="466507" y="837069"/>
            <a:ext cx="5078295" cy="2852736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Алгоритм работы системы</a:t>
            </a:r>
            <a:endParaRPr/>
          </a:p>
        </p:txBody>
      </p:sp>
      <p:sp>
        <p:nvSpPr>
          <p:cNvPr id="927325299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466507" y="3770856"/>
            <a:ext cx="5078295" cy="231879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Работа системы осуществляется в несколько этапов: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Ввод текстовой жалобы пациента;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Предобработка и токенизация текста;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Преобразование текста в числовое представление;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Классификация жалобы нейросетевой моделью;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61850" indent="-261850">
              <a:buFont typeface="Arial"/>
              <a:buAutoNum type="arabicPeriod"/>
              <a:defRPr/>
            </a:pPr>
            <a:r>
              <a:rPr lang="en-US" sz="16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Выдача рекомендации по направлению к специалисту.</a:t>
            </a:r>
            <a:endParaRPr lang="en-US" sz="16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24252963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40504" y="6356349"/>
            <a:ext cx="1283319" cy="365124"/>
          </a:xfrm>
        </p:spPr>
        <p:txBody>
          <a:bodyPr/>
          <a:lstStyle/>
          <a:p>
            <a:pPr>
              <a:defRPr/>
            </a:pPr>
            <a:fld id="{E53CEDFC-C67A-5B50-0945-826534D4609C}" type="slidenum">
              <a:rPr lang="en-US"/>
              <a:t/>
            </a:fld>
            <a:endParaRPr lang="en-US"/>
          </a:p>
        </p:txBody>
      </p:sp>
      <p:pic>
        <p:nvPicPr>
          <p:cNvPr id="1955898689" name=""/>
          <p:cNvPicPr>
            <a:picLocks noChangeAspect="1"/>
          </p:cNvPicPr>
          <p:nvPr/>
        </p:nvPicPr>
        <p:blipFill>
          <a:blip r:embed="rId2"/>
          <a:srcRect l="0" t="0" r="0" b="18379"/>
          <a:stretch/>
        </p:blipFill>
        <p:spPr bwMode="auto">
          <a:xfrm flipH="0" flipV="0">
            <a:off x="7579560" y="837069"/>
            <a:ext cx="4508055" cy="5519280"/>
          </a:xfrm>
          <a:prstGeom prst="flowChartAlternateProcess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787932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68989" y="33415"/>
            <a:ext cx="1369185" cy="1607306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005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6DE11D2-5FBF-4A27-8571-A2F84EB6F2A6}" type="slidenum">
              <a:rPr lang="en-US"/>
              <a:t/>
            </a:fld>
            <a:endParaRPr lang="en-US"/>
          </a:p>
        </p:txBody>
      </p:sp>
      <p:sp>
        <p:nvSpPr>
          <p:cNvPr id="13930831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9" y="365124"/>
            <a:ext cx="8898443" cy="1325562"/>
          </a:xfrm>
        </p:spPr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Использование в медицинской сфере</a:t>
            </a:r>
            <a:endParaRPr/>
          </a:p>
        </p:txBody>
      </p:sp>
      <p:sp>
        <p:nvSpPr>
          <p:cNvPr id="105837334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9811799" cy="21409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азработанная система может применяться: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на этапе первичной записи пациента;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 телемедицинских сервисах;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 колл-центрах медицинских организаций;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как вспомогательный инструмент для медицинского персонала.</a:t>
            </a:r>
            <a:endParaRPr lang="en-US" sz="24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Система не заменяет врача, а выполняет функцию интеллектуальной поддержки принятия решений.</a:t>
            </a:r>
            <a:endParaRPr/>
          </a:p>
        </p:txBody>
      </p:sp>
      <p:pic>
        <p:nvPicPr>
          <p:cNvPr id="1222246929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38199" y="4348370"/>
            <a:ext cx="4083751" cy="2297110"/>
          </a:xfrm>
          <a:prstGeom prst="flowChartAlternateProcess">
            <a:avLst/>
          </a:prstGeom>
        </p:spPr>
      </p:pic>
      <p:pic>
        <p:nvPicPr>
          <p:cNvPr id="1306762325" name=""/>
          <p:cNvPicPr>
            <a:picLocks noChangeAspect="1"/>
          </p:cNvPicPr>
          <p:nvPr/>
        </p:nvPicPr>
        <p:blipFill>
          <a:blip r:embed="rId3"/>
          <a:srcRect l="0" t="9392" r="0" b="4674"/>
          <a:stretch/>
        </p:blipFill>
        <p:spPr bwMode="auto">
          <a:xfrm flipH="0" flipV="0">
            <a:off x="6095999" y="4266677"/>
            <a:ext cx="4043534" cy="2318139"/>
          </a:xfrm>
          <a:prstGeom prst="flowChartAlternateProcess">
            <a:avLst/>
          </a:prstGeom>
        </p:spPr>
      </p:pic>
      <p:pic>
        <p:nvPicPr>
          <p:cNvPr id="15410996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8085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322980" y="865469"/>
            <a:ext cx="5078295" cy="1848502"/>
          </a:xfrm>
        </p:spPr>
        <p:txBody>
          <a:bodyPr/>
          <a:lstStyle/>
          <a:p>
            <a:pPr>
              <a:defRPr/>
            </a:pPr>
            <a:r>
              <a:rPr lang="ru-RU"/>
              <a:t>Преимущество подхода</a:t>
            </a:r>
            <a:endParaRPr/>
          </a:p>
        </p:txBody>
      </p:sp>
      <p:sp>
        <p:nvSpPr>
          <p:cNvPr id="2744547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349581A-CB7A-E07E-6309-BBE73941AC38}" type="slidenum">
              <a:rPr lang="en-US"/>
              <a:t/>
            </a:fld>
            <a:endParaRPr lang="en-US"/>
          </a:p>
        </p:txBody>
      </p:sp>
      <p:sp>
        <p:nvSpPr>
          <p:cNvPr id="1121819777" name="Text Placeholder 2"/>
          <p:cNvSpPr>
            <a:spLocks noGrp="1"/>
          </p:cNvSpPr>
          <p:nvPr>
            <p:ph type="body" idx="1"/>
          </p:nvPr>
        </p:nvSpPr>
        <p:spPr bwMode="auto">
          <a:xfrm flipH="0" flipV="0">
            <a:off x="427363" y="3131506"/>
            <a:ext cx="5078295" cy="315760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>
            <a:lvl1pPr marL="0" indent="0">
              <a:buNone/>
              <a:defRPr sz="24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К основным преимуществам относятся: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автоматизация первичной сортировки пациентов;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снижение нагрузки на медицинский персонал;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72865" indent="-272865">
              <a:buFont typeface="Arial"/>
              <a:buAutoNum type="arabicPeriod"/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ускорение процесса маршрутизации;</a:t>
            </a:r>
            <a:endParaRPr lang="en-US" sz="2400" b="0" i="0" u="none" strike="noStrike" cap="none" spc="0">
              <a:solidFill>
                <a:schemeClr val="accent6">
                  <a:lumMod val="60000"/>
                  <a:lumOff val="40000"/>
                </a:schemeClr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chemeClr val="accent6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</a:rPr>
              <a:t>масштабируемость и возможность адаптации под разные медицинские учреждения.</a:t>
            </a:r>
            <a:endParaRPr/>
          </a:p>
        </p:txBody>
      </p:sp>
      <p:pic>
        <p:nvPicPr>
          <p:cNvPr id="191590918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002403" y="1367691"/>
            <a:ext cx="4988657" cy="4988657"/>
          </a:xfrm>
          <a:prstGeom prst="flowChartAlternateProcess">
            <a:avLst/>
          </a:prstGeom>
        </p:spPr>
      </p:pic>
      <p:pic>
        <p:nvPicPr>
          <p:cNvPr id="1385926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62769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E63A4A7E-1BBE-E55D-B024-A3650E3DB816}" type="slidenum">
              <a:rPr lang="en-US"/>
              <a:t/>
            </a:fld>
            <a:endParaRPr lang="en-US"/>
          </a:p>
        </p:txBody>
      </p:sp>
      <p:pic>
        <p:nvPicPr>
          <p:cNvPr id="123488483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  <p:sp>
        <p:nvSpPr>
          <p:cNvPr id="1533517995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Перспективы развития</a:t>
            </a:r>
            <a:endParaRPr/>
          </a:p>
        </p:txBody>
      </p:sp>
      <p:sp>
        <p:nvSpPr>
          <p:cNvPr id="200930788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226633" y="1825624"/>
            <a:ext cx="4726105" cy="276725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К перспективным направлениям относятся: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расширение и валидация датасета на реальных клинических данных;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внедрение более сложных NLP-моделей;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добавление многоязычной поддержки;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интеграция с медицинскими информационными системами.</a:t>
            </a:r>
            <a:endParaRPr/>
          </a:p>
        </p:txBody>
      </p:sp>
      <p:pic>
        <p:nvPicPr>
          <p:cNvPr id="1277823942" name=""/>
          <p:cNvPicPr>
            <a:picLocks noChangeAspect="1"/>
          </p:cNvPicPr>
          <p:nvPr/>
        </p:nvPicPr>
        <p:blipFill>
          <a:blip r:embed="rId3"/>
          <a:srcRect l="0" t="0" r="17992" b="0"/>
          <a:stretch/>
        </p:blipFill>
        <p:spPr bwMode="auto">
          <a:xfrm flipH="0" flipV="0">
            <a:off x="6344177" y="1825624"/>
            <a:ext cx="5624703" cy="3943798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4528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2551041-C45D-7A36-9DA6-44FD8651BF17}" type="slidenum">
              <a:rPr lang="en-US"/>
              <a:t/>
            </a:fld>
            <a:endParaRPr lang="en-US"/>
          </a:p>
        </p:txBody>
      </p:sp>
      <p:sp>
        <p:nvSpPr>
          <p:cNvPr id="1125185753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Выводы и заключение</a:t>
            </a:r>
            <a:endParaRPr/>
          </a:p>
        </p:txBody>
      </p:sp>
      <p:sp>
        <p:nvSpPr>
          <p:cNvPr id="63074065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9681320" cy="297601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Нейросетевая система сортировки пациентов на основе анализа текстовых жалоб является перспективным инструментом цифровой медицины.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  <a:p>
            <a:pPr marL="0" indent="0">
              <a:buFont typeface="Arial"/>
              <a:buNone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	Использование подобных решений позволяет повысить эффективность первичного приёма пациентов и улучшить организацию медицинской помощи.</a:t>
            </a:r>
            <a:endParaRPr/>
          </a:p>
        </p:txBody>
      </p:sp>
      <p:pic>
        <p:nvPicPr>
          <p:cNvPr id="206061668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  <p:pic>
        <p:nvPicPr>
          <p:cNvPr id="1627429417" name=""/>
          <p:cNvPicPr>
            <a:picLocks noChangeAspect="1"/>
          </p:cNvPicPr>
          <p:nvPr/>
        </p:nvPicPr>
        <p:blipFill>
          <a:blip r:embed="rId3"/>
          <a:srcRect l="0" t="4646" r="0" b="18447"/>
          <a:stretch/>
        </p:blipFill>
        <p:spPr bwMode="auto">
          <a:xfrm flipH="0" flipV="0">
            <a:off x="668054" y="4520897"/>
            <a:ext cx="4645335" cy="2143514"/>
          </a:xfrm>
          <a:prstGeom prst="flowChartAlternateProcess">
            <a:avLst/>
          </a:prstGeom>
        </p:spPr>
      </p:pic>
      <p:pic>
        <p:nvPicPr>
          <p:cNvPr id="44003955" name=""/>
          <p:cNvPicPr>
            <a:picLocks noChangeAspect="1"/>
          </p:cNvPicPr>
          <p:nvPr/>
        </p:nvPicPr>
        <p:blipFill>
          <a:blip r:embed="rId4"/>
          <a:srcRect l="0" t="16552" r="0" b="16476"/>
          <a:stretch/>
        </p:blipFill>
        <p:spPr bwMode="auto">
          <a:xfrm flipH="0" flipV="0">
            <a:off x="6107818" y="4518287"/>
            <a:ext cx="4661170" cy="2146124"/>
          </a:xfrm>
          <a:prstGeom prst="flowChartAlternateProcess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06335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1A72343-E791-82EA-F5DB-857C75FAB8BE}" type="slidenum">
              <a:rPr lang="en-US"/>
              <a:t/>
            </a:fld>
            <a:endParaRPr lang="en-US"/>
          </a:p>
        </p:txBody>
      </p:sp>
      <p:sp>
        <p:nvSpPr>
          <p:cNvPr id="68015834" name="Title 1"/>
          <p:cNvSpPr>
            <a:spLocks noGrp="1"/>
          </p:cNvSpPr>
          <p:nvPr>
            <p:ph type="title"/>
          </p:nvPr>
        </p:nvSpPr>
        <p:spPr bwMode="auto">
          <a:xfrm>
            <a:off x="838199" y="36512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u-RU"/>
              <a:t>Ссылки и литература</a:t>
            </a:r>
            <a:endParaRPr/>
          </a:p>
        </p:txBody>
      </p:sp>
      <p:sp>
        <p:nvSpPr>
          <p:cNvPr id="145551856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10515600" cy="385023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https://pmc.ncbi.nlm.nih.gov/articles/PMC1496579/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https://researchers.mq.edu.au/en/publications/applications-of-natural-language-processing-at-emergency-departme/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Голдберг, Й. Методы нейронных сетей для обработки естественного языка / Й. Голдберг. – Текст : непосредственный // Journal of NLP Research. – 2017. – № 3. – С. 12-35.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Юрафски, Д., Мартин, Дж. Обработка речи и языка / Д. Юрафски, Дж. Мартин. – Текст : непосредственный // Speech &amp; Language Processing. – 2020. – № 2. – С. 101-145.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Хохрайтер, С., Шмидхубер, Ю. Долгосрочная память (LSTM) / С. Хохрайтер, Ю. Шмидхубер. – Текст : непосредственный // Neural Computation. – 1997. – № 9. – С. 1735-1780.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AutoNum type="arabicPeriod"/>
              <a:defRPr/>
            </a:pPr>
            <a:r>
              <a:rPr lang="en-US" sz="2800" b="0" i="0" u="none" strike="noStrike" cap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Гудфеллоу, И., Бенжио, Й., Курвиль, А. Глубокое обучение / И. Гудфеллоу, Й. Бенжио, А. Курвиль. – Текст : непосредственный // Deep Learning Textbook. – 2016. – С. 25-450.</a:t>
            </a:r>
            <a:endParaRPr lang="en-US" sz="2800" b="0" i="0" u="none" strike="noStrike" cap="none" spc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207146909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10768988" y="33414"/>
            <a:ext cx="1369185" cy="1607306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PresentationGO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0150_T_PGO_SCIENCE-TECH-16x9</Template>
  <TotalTime>0</TotalTime>
  <Words>0</Words>
  <Application>Р7-Офис/2025.3.1.923</Application>
  <DocSecurity>0</DocSecurity>
  <PresentationFormat>Panorámica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Hector Benedi</dc:creator>
  <cp:keywords/>
  <dc:description>© Copyright PresentationGo.com</dc:description>
  <dc:identifier/>
  <dc:language/>
  <cp:lastModifiedBy>EXPERIENCE IV</cp:lastModifiedBy>
  <cp:revision>2</cp:revision>
  <dcterms:created xsi:type="dcterms:W3CDTF">2024-07-26T07:55:02Z</dcterms:created>
  <dcterms:modified xsi:type="dcterms:W3CDTF">2025-12-18T00:53:37Z</dcterms:modified>
  <cp:category>Templates</cp:category>
  <cp:contentStatus/>
  <cp:version/>
</cp:coreProperties>
</file>